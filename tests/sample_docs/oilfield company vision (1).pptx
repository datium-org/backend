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27"/>
  </p:notesMasterIdLst>
  <p:sldIdLst>
    <p:sldId id="284" r:id="rId2"/>
    <p:sldId id="350" r:id="rId3"/>
    <p:sldId id="322" r:id="rId4"/>
    <p:sldId id="343" r:id="rId5"/>
    <p:sldId id="342" r:id="rId6"/>
    <p:sldId id="353" r:id="rId7"/>
    <p:sldId id="326" r:id="rId8"/>
    <p:sldId id="327" r:id="rId9"/>
    <p:sldId id="341" r:id="rId10"/>
    <p:sldId id="344" r:id="rId11"/>
    <p:sldId id="345" r:id="rId12"/>
    <p:sldId id="346" r:id="rId13"/>
    <p:sldId id="328" r:id="rId14"/>
    <p:sldId id="329" r:id="rId15"/>
    <p:sldId id="323" r:id="rId16"/>
    <p:sldId id="354" r:id="rId17"/>
    <p:sldId id="339" r:id="rId18"/>
    <p:sldId id="337" r:id="rId19"/>
    <p:sldId id="355" r:id="rId20"/>
    <p:sldId id="356" r:id="rId21"/>
    <p:sldId id="349" r:id="rId22"/>
    <p:sldId id="351" r:id="rId23"/>
    <p:sldId id="352" r:id="rId24"/>
    <p:sldId id="348" r:id="rId25"/>
    <p:sldId id="28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87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3867" autoAdjust="0"/>
  </p:normalViewPr>
  <p:slideViewPr>
    <p:cSldViewPr snapToGrid="0">
      <p:cViewPr varScale="1">
        <p:scale>
          <a:sx n="75" d="100"/>
          <a:sy n="75" d="100"/>
        </p:scale>
        <p:origin x="32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C032BF-2B72-4861-B138-9D8E5F1FEDDE}" type="doc">
      <dgm:prSet loTypeId="urn:microsoft.com/office/officeart/2016/7/layout/ChevronBlockProcess" loCatId="process" qsTypeId="urn:microsoft.com/office/officeart/2005/8/quickstyle/simple1" qsCatId="simple" csTypeId="urn:microsoft.com/office/officeart/2005/8/colors/colorful5" csCatId="colorful" phldr="1"/>
      <dgm:spPr/>
      <dgm:t>
        <a:bodyPr/>
        <a:lstStyle/>
        <a:p>
          <a:endParaRPr lang="en-US"/>
        </a:p>
      </dgm:t>
    </dgm:pt>
    <dgm:pt modelId="{6AE9D813-4738-473A-9157-EF93446EAAC4}">
      <dgm:prSet custT="1"/>
      <dgm:spPr/>
      <dgm:t>
        <a:bodyPr/>
        <a:lstStyle/>
        <a:p>
          <a:r>
            <a:rPr lang="en-US" sz="2400" dirty="0"/>
            <a:t>Phase 1</a:t>
          </a:r>
        </a:p>
      </dgm:t>
    </dgm:pt>
    <dgm:pt modelId="{467266A2-C8F1-4B61-AD0F-A1F4ADCAFB1D}" type="parTrans" cxnId="{9E74615F-DC73-48BD-BE9F-C1D67ABFDD3E}">
      <dgm:prSet/>
      <dgm:spPr/>
      <dgm:t>
        <a:bodyPr/>
        <a:lstStyle/>
        <a:p>
          <a:endParaRPr lang="en-US"/>
        </a:p>
      </dgm:t>
    </dgm:pt>
    <dgm:pt modelId="{A9176595-6AD2-4403-A6FE-E5F17E76FB55}" type="sibTrans" cxnId="{9E74615F-DC73-48BD-BE9F-C1D67ABFDD3E}">
      <dgm:prSet/>
      <dgm:spPr/>
      <dgm:t>
        <a:bodyPr/>
        <a:lstStyle/>
        <a:p>
          <a:endParaRPr lang="en-US"/>
        </a:p>
      </dgm:t>
    </dgm:pt>
    <dgm:pt modelId="{B6EFAF28-D8A0-421B-B405-54AE26871F02}">
      <dgm:prSet custT="1"/>
      <dgm:spPr/>
      <dgm:t>
        <a:bodyPr/>
        <a:lstStyle/>
        <a:p>
          <a:pPr>
            <a:buNone/>
          </a:pPr>
          <a:r>
            <a:rPr lang="en-US" sz="1600" b="1" dirty="0">
              <a:latin typeface="Calibri"/>
              <a:cs typeface="Times New Roman"/>
            </a:rPr>
            <a:t>Blending</a:t>
          </a:r>
        </a:p>
      </dgm:t>
    </dgm:pt>
    <dgm:pt modelId="{CBC86211-5A9B-44B5-A88C-55D033C83551}" type="parTrans" cxnId="{E4045A3A-D1B4-43D9-ADB3-6A05D8C7F42D}">
      <dgm:prSet/>
      <dgm:spPr/>
      <dgm:t>
        <a:bodyPr/>
        <a:lstStyle/>
        <a:p>
          <a:endParaRPr lang="en-US"/>
        </a:p>
      </dgm:t>
    </dgm:pt>
    <dgm:pt modelId="{BD820CAF-877F-4654-9216-79AA0EA61437}" type="sibTrans" cxnId="{E4045A3A-D1B4-43D9-ADB3-6A05D8C7F42D}">
      <dgm:prSet/>
      <dgm:spPr/>
      <dgm:t>
        <a:bodyPr/>
        <a:lstStyle/>
        <a:p>
          <a:endParaRPr lang="en-US"/>
        </a:p>
      </dgm:t>
    </dgm:pt>
    <dgm:pt modelId="{3330350B-B7BB-41E0-B549-4BD274E6E026}">
      <dgm:prSet custT="1"/>
      <dgm:spPr/>
      <dgm:t>
        <a:bodyPr/>
        <a:lstStyle/>
        <a:p>
          <a:pPr>
            <a:buFont typeface="Wingdings" panose="05000000000000000000" pitchFamily="2" charset="2"/>
            <a:buChar char="§"/>
          </a:pPr>
          <a:r>
            <a:rPr lang="en-US" sz="1400" dirty="0">
              <a:latin typeface="Calibri Light"/>
              <a:cs typeface="Calibri Light"/>
            </a:rPr>
            <a:t>Chemical mixing</a:t>
          </a:r>
        </a:p>
      </dgm:t>
    </dgm:pt>
    <dgm:pt modelId="{FA68060A-C06A-4FBF-AEA4-AF864ABFE4A8}" type="parTrans" cxnId="{E75E9258-30BA-4FEA-BD76-596D00A6F9F9}">
      <dgm:prSet/>
      <dgm:spPr/>
      <dgm:t>
        <a:bodyPr/>
        <a:lstStyle/>
        <a:p>
          <a:endParaRPr lang="en-US"/>
        </a:p>
      </dgm:t>
    </dgm:pt>
    <dgm:pt modelId="{2ABB79C1-473D-40DB-9EE9-408A15E0A8A0}" type="sibTrans" cxnId="{E75E9258-30BA-4FEA-BD76-596D00A6F9F9}">
      <dgm:prSet/>
      <dgm:spPr/>
      <dgm:t>
        <a:bodyPr/>
        <a:lstStyle/>
        <a:p>
          <a:endParaRPr lang="en-US"/>
        </a:p>
      </dgm:t>
    </dgm:pt>
    <dgm:pt modelId="{B392E7DF-690D-4F2D-9909-29D7A8FBE9BC}">
      <dgm:prSet custT="1"/>
      <dgm:spPr/>
      <dgm:t>
        <a:bodyPr/>
        <a:lstStyle/>
        <a:p>
          <a:pPr>
            <a:buFont typeface="Wingdings" panose="05000000000000000000" pitchFamily="2" charset="2"/>
            <a:buChar char="§"/>
          </a:pPr>
          <a:r>
            <a:rPr lang="en-US" sz="1400" dirty="0">
              <a:latin typeface="Calibri Light"/>
              <a:cs typeface="Calibri Light"/>
            </a:rPr>
            <a:t>Dispersions &amp; Emulsions</a:t>
          </a:r>
        </a:p>
      </dgm:t>
    </dgm:pt>
    <dgm:pt modelId="{B3F573B1-18E0-447D-91D9-E971D0D5448D}" type="parTrans" cxnId="{5E46EE79-D800-4F80-A646-2D01CFD9BB03}">
      <dgm:prSet/>
      <dgm:spPr/>
      <dgm:t>
        <a:bodyPr/>
        <a:lstStyle/>
        <a:p>
          <a:endParaRPr lang="en-US"/>
        </a:p>
      </dgm:t>
    </dgm:pt>
    <dgm:pt modelId="{F3C0D7C7-6427-46F1-95E6-6FA526B87EDB}" type="sibTrans" cxnId="{5E46EE79-D800-4F80-A646-2D01CFD9BB03}">
      <dgm:prSet/>
      <dgm:spPr/>
      <dgm:t>
        <a:bodyPr/>
        <a:lstStyle/>
        <a:p>
          <a:endParaRPr lang="en-US"/>
        </a:p>
      </dgm:t>
    </dgm:pt>
    <dgm:pt modelId="{E63DBE19-12CC-4078-A525-78F334FE93EF}">
      <dgm:prSet custT="1"/>
      <dgm:spPr/>
      <dgm:t>
        <a:bodyPr/>
        <a:lstStyle/>
        <a:p>
          <a:pPr>
            <a:buFont typeface="Wingdings" panose="05000000000000000000" pitchFamily="2" charset="2"/>
            <a:buChar char="§"/>
          </a:pPr>
          <a:r>
            <a:rPr lang="en-US" sz="1400" dirty="0">
              <a:latin typeface="Calibri Light"/>
              <a:cs typeface="Calibri Light"/>
            </a:rPr>
            <a:t>Focus on Production chemicals &amp; Drilling Products</a:t>
          </a:r>
        </a:p>
      </dgm:t>
    </dgm:pt>
    <dgm:pt modelId="{639E6060-E965-46A2-8CE9-FABE27EBB8E4}" type="parTrans" cxnId="{E0FD4A5D-95C7-4B68-BC95-7AB1A8044F7C}">
      <dgm:prSet/>
      <dgm:spPr/>
      <dgm:t>
        <a:bodyPr/>
        <a:lstStyle/>
        <a:p>
          <a:endParaRPr lang="en-US"/>
        </a:p>
      </dgm:t>
    </dgm:pt>
    <dgm:pt modelId="{4A10033B-FAE5-4219-B699-51357BDE5130}" type="sibTrans" cxnId="{E0FD4A5D-95C7-4B68-BC95-7AB1A8044F7C}">
      <dgm:prSet/>
      <dgm:spPr/>
      <dgm:t>
        <a:bodyPr/>
        <a:lstStyle/>
        <a:p>
          <a:endParaRPr lang="en-US"/>
        </a:p>
      </dgm:t>
    </dgm:pt>
    <dgm:pt modelId="{3B806142-72DC-430E-8C65-D5406728925C}">
      <dgm:prSet custT="1"/>
      <dgm:spPr/>
      <dgm:t>
        <a:bodyPr/>
        <a:lstStyle/>
        <a:p>
          <a:pPr>
            <a:buFont typeface="Wingdings" panose="05000000000000000000" pitchFamily="2" charset="2"/>
            <a:buChar char="§"/>
          </a:pPr>
          <a:r>
            <a:rPr lang="en-US" sz="1400" dirty="0">
              <a:latin typeface="Calibri Light"/>
              <a:cs typeface="Calibri Light"/>
            </a:rPr>
            <a:t>Analytical capabilities and product customization</a:t>
          </a:r>
        </a:p>
      </dgm:t>
    </dgm:pt>
    <dgm:pt modelId="{EB8C4CD4-6E0B-4F49-8EAE-137CAC39D546}" type="parTrans" cxnId="{ADC3572C-3907-4741-801D-73E46D1572E5}">
      <dgm:prSet/>
      <dgm:spPr/>
      <dgm:t>
        <a:bodyPr/>
        <a:lstStyle/>
        <a:p>
          <a:endParaRPr lang="en-US"/>
        </a:p>
      </dgm:t>
    </dgm:pt>
    <dgm:pt modelId="{C0D38F87-0035-4399-A4E5-D2C6FDD69AA9}" type="sibTrans" cxnId="{ADC3572C-3907-4741-801D-73E46D1572E5}">
      <dgm:prSet/>
      <dgm:spPr/>
      <dgm:t>
        <a:bodyPr/>
        <a:lstStyle/>
        <a:p>
          <a:endParaRPr lang="en-US"/>
        </a:p>
      </dgm:t>
    </dgm:pt>
    <dgm:pt modelId="{89E3AA66-F423-444C-9C4D-AC22E65FEBF1}">
      <dgm:prSet custT="1"/>
      <dgm:spPr/>
      <dgm:t>
        <a:bodyPr/>
        <a:lstStyle/>
        <a:p>
          <a:r>
            <a:rPr lang="en-US" sz="2400" dirty="0"/>
            <a:t>Phase 2</a:t>
          </a:r>
        </a:p>
      </dgm:t>
    </dgm:pt>
    <dgm:pt modelId="{AA56B454-ED0C-4A5C-AFB3-45ED72053222}" type="parTrans" cxnId="{2F73452F-EF74-4765-A4B4-FB797EA857C3}">
      <dgm:prSet/>
      <dgm:spPr/>
      <dgm:t>
        <a:bodyPr/>
        <a:lstStyle/>
        <a:p>
          <a:endParaRPr lang="en-US"/>
        </a:p>
      </dgm:t>
    </dgm:pt>
    <dgm:pt modelId="{057561CC-85CA-4A0F-B160-F5E06648791D}" type="sibTrans" cxnId="{2F73452F-EF74-4765-A4B4-FB797EA857C3}">
      <dgm:prSet/>
      <dgm:spPr/>
      <dgm:t>
        <a:bodyPr/>
        <a:lstStyle/>
        <a:p>
          <a:endParaRPr lang="en-US"/>
        </a:p>
      </dgm:t>
    </dgm:pt>
    <dgm:pt modelId="{52E4E355-F5C7-4367-A004-D99C8F1A234D}">
      <dgm:prSet custT="1"/>
      <dgm:spPr/>
      <dgm:t>
        <a:bodyPr/>
        <a:lstStyle/>
        <a:p>
          <a:pPr>
            <a:buNone/>
          </a:pPr>
          <a:r>
            <a:rPr lang="en-US" sz="1600" b="1" dirty="0">
              <a:latin typeface="Calibri"/>
              <a:cs typeface="Times New Roman"/>
            </a:rPr>
            <a:t>Blending and Chemical Reactions </a:t>
          </a:r>
        </a:p>
      </dgm:t>
    </dgm:pt>
    <dgm:pt modelId="{A452776F-F6C0-400E-B141-08FB6749DEC0}" type="parTrans" cxnId="{1D2641EA-06B6-4CC4-9A71-5359B6CD1104}">
      <dgm:prSet/>
      <dgm:spPr/>
      <dgm:t>
        <a:bodyPr/>
        <a:lstStyle/>
        <a:p>
          <a:endParaRPr lang="en-US"/>
        </a:p>
      </dgm:t>
    </dgm:pt>
    <dgm:pt modelId="{7AF0B760-E9FC-4E06-A6EA-08EBFE858CC4}" type="sibTrans" cxnId="{1D2641EA-06B6-4CC4-9A71-5359B6CD1104}">
      <dgm:prSet/>
      <dgm:spPr/>
      <dgm:t>
        <a:bodyPr/>
        <a:lstStyle/>
        <a:p>
          <a:endParaRPr lang="en-US"/>
        </a:p>
      </dgm:t>
    </dgm:pt>
    <dgm:pt modelId="{45A5E198-79EF-41DD-B672-1B9E87F6AA25}">
      <dgm:prSet custT="1"/>
      <dgm:spPr/>
      <dgm:t>
        <a:bodyPr/>
        <a:lstStyle/>
        <a:p>
          <a:pPr>
            <a:buFont typeface="Wingdings" panose="05000000000000000000" pitchFamily="2" charset="2"/>
            <a:buChar char="§"/>
          </a:pPr>
          <a:r>
            <a:rPr lang="en-US" sz="1400" dirty="0">
              <a:latin typeface="Calibri Light"/>
              <a:cs typeface="Calibri Light"/>
            </a:rPr>
            <a:t>Creating new molecular entities through chemical reactions of gaseous, liquid or solid raw materials</a:t>
          </a:r>
        </a:p>
      </dgm:t>
    </dgm:pt>
    <dgm:pt modelId="{7F1D2FD0-7899-4752-8E26-9F5EE9856562}" type="parTrans" cxnId="{C9E7F04E-C467-4A34-994B-DBD735139257}">
      <dgm:prSet/>
      <dgm:spPr/>
      <dgm:t>
        <a:bodyPr/>
        <a:lstStyle/>
        <a:p>
          <a:endParaRPr lang="en-US"/>
        </a:p>
      </dgm:t>
    </dgm:pt>
    <dgm:pt modelId="{DE7EAB16-969E-407B-95F1-5958E9C9E484}" type="sibTrans" cxnId="{C9E7F04E-C467-4A34-994B-DBD735139257}">
      <dgm:prSet/>
      <dgm:spPr/>
      <dgm:t>
        <a:bodyPr/>
        <a:lstStyle/>
        <a:p>
          <a:endParaRPr lang="en-US"/>
        </a:p>
      </dgm:t>
    </dgm:pt>
    <dgm:pt modelId="{61D285CF-15C8-4584-863E-808CCCF49B1E}">
      <dgm:prSet custT="1"/>
      <dgm:spPr/>
      <dgm:t>
        <a:bodyPr/>
        <a:lstStyle/>
        <a:p>
          <a:pPr>
            <a:buFont typeface="Wingdings" panose="05000000000000000000" pitchFamily="2" charset="2"/>
            <a:buChar char="§"/>
          </a:pPr>
          <a:r>
            <a:rPr lang="en-US" sz="1400" dirty="0">
              <a:latin typeface="Calibri Light"/>
              <a:cs typeface="Calibri Light"/>
            </a:rPr>
            <a:t>Advance analytical capabilities</a:t>
          </a:r>
        </a:p>
      </dgm:t>
    </dgm:pt>
    <dgm:pt modelId="{A9A9B355-9C4C-467C-8DD7-C40F81D0A7DB}" type="parTrans" cxnId="{935648C2-1419-45BC-9A03-D6110F4930D9}">
      <dgm:prSet/>
      <dgm:spPr/>
      <dgm:t>
        <a:bodyPr/>
        <a:lstStyle/>
        <a:p>
          <a:endParaRPr lang="en-US"/>
        </a:p>
      </dgm:t>
    </dgm:pt>
    <dgm:pt modelId="{107C1894-ABF2-402A-9B2A-BC87BC423D0A}" type="sibTrans" cxnId="{935648C2-1419-45BC-9A03-D6110F4930D9}">
      <dgm:prSet/>
      <dgm:spPr/>
      <dgm:t>
        <a:bodyPr/>
        <a:lstStyle/>
        <a:p>
          <a:endParaRPr lang="en-US"/>
        </a:p>
      </dgm:t>
    </dgm:pt>
    <dgm:pt modelId="{F6AB90DB-A5CF-4DAD-A1E2-A7BF2EB4FEE5}">
      <dgm:prSet custT="1"/>
      <dgm:spPr/>
      <dgm:t>
        <a:bodyPr/>
        <a:lstStyle/>
        <a:p>
          <a:r>
            <a:rPr lang="en-US" sz="2400" dirty="0"/>
            <a:t>Phase 3</a:t>
          </a:r>
        </a:p>
      </dgm:t>
    </dgm:pt>
    <dgm:pt modelId="{BCF70657-B697-488E-9E91-F8606D5C2F5F}" type="parTrans" cxnId="{9FB1D571-B785-4FD3-A2E9-7C7EBDB13B5A}">
      <dgm:prSet/>
      <dgm:spPr/>
      <dgm:t>
        <a:bodyPr/>
        <a:lstStyle/>
        <a:p>
          <a:endParaRPr lang="en-US"/>
        </a:p>
      </dgm:t>
    </dgm:pt>
    <dgm:pt modelId="{2AD6A44E-7618-41BC-8588-D2EC62E0005E}" type="sibTrans" cxnId="{9FB1D571-B785-4FD3-A2E9-7C7EBDB13B5A}">
      <dgm:prSet/>
      <dgm:spPr/>
      <dgm:t>
        <a:bodyPr/>
        <a:lstStyle/>
        <a:p>
          <a:endParaRPr lang="en-US"/>
        </a:p>
      </dgm:t>
    </dgm:pt>
    <dgm:pt modelId="{B3D9586E-E903-4F94-B7E0-698C237381F7}">
      <dgm:prSet custT="1"/>
      <dgm:spPr/>
      <dgm:t>
        <a:bodyPr/>
        <a:lstStyle/>
        <a:p>
          <a:pPr>
            <a:buNone/>
          </a:pPr>
          <a:r>
            <a:rPr lang="en-US" sz="1600" b="1" dirty="0">
              <a:latin typeface="Calibri"/>
              <a:cs typeface="Calibri"/>
            </a:rPr>
            <a:t>Product Development</a:t>
          </a:r>
        </a:p>
      </dgm:t>
    </dgm:pt>
    <dgm:pt modelId="{1018E1BB-9986-4E2D-B89E-37D203A8929E}" type="parTrans" cxnId="{C5BE697B-ADB9-4DD7-B318-8CEE08AA0779}">
      <dgm:prSet/>
      <dgm:spPr/>
      <dgm:t>
        <a:bodyPr/>
        <a:lstStyle/>
        <a:p>
          <a:endParaRPr lang="en-US"/>
        </a:p>
      </dgm:t>
    </dgm:pt>
    <dgm:pt modelId="{28142AF0-FEFF-4B6A-9917-A88EA9ABE80C}" type="sibTrans" cxnId="{C5BE697B-ADB9-4DD7-B318-8CEE08AA0779}">
      <dgm:prSet/>
      <dgm:spPr/>
      <dgm:t>
        <a:bodyPr/>
        <a:lstStyle/>
        <a:p>
          <a:endParaRPr lang="en-US"/>
        </a:p>
      </dgm:t>
    </dgm:pt>
    <dgm:pt modelId="{1ED32AB8-F01B-4BF2-AD10-BB2899738668}">
      <dgm:prSet custT="1"/>
      <dgm:spPr/>
      <dgm:t>
        <a:bodyPr/>
        <a:lstStyle/>
        <a:p>
          <a:pPr>
            <a:buFont typeface="Wingdings" panose="05000000000000000000" pitchFamily="2" charset="2"/>
            <a:buChar char="§"/>
          </a:pPr>
          <a:r>
            <a:rPr lang="en-US" sz="1400" dirty="0"/>
            <a:t>Synthesis and process development</a:t>
          </a:r>
        </a:p>
      </dgm:t>
    </dgm:pt>
    <dgm:pt modelId="{7F06BC00-F824-4BB2-BCA2-1D65039E89FE}" type="parTrans" cxnId="{71561C32-610D-45C6-93F5-4F8EAC4B3318}">
      <dgm:prSet/>
      <dgm:spPr/>
      <dgm:t>
        <a:bodyPr/>
        <a:lstStyle/>
        <a:p>
          <a:endParaRPr lang="en-US"/>
        </a:p>
      </dgm:t>
    </dgm:pt>
    <dgm:pt modelId="{05CF88B4-A740-430B-BCC4-AFED4C0F7390}" type="sibTrans" cxnId="{71561C32-610D-45C6-93F5-4F8EAC4B3318}">
      <dgm:prSet/>
      <dgm:spPr/>
      <dgm:t>
        <a:bodyPr/>
        <a:lstStyle/>
        <a:p>
          <a:endParaRPr lang="en-US"/>
        </a:p>
      </dgm:t>
    </dgm:pt>
    <dgm:pt modelId="{E93F1101-7756-4A9F-9B38-0CE5F7F00E03}">
      <dgm:prSet custT="1"/>
      <dgm:spPr/>
      <dgm:t>
        <a:bodyPr/>
        <a:lstStyle/>
        <a:p>
          <a:pPr>
            <a:buFont typeface="Wingdings" panose="05000000000000000000" pitchFamily="2" charset="2"/>
            <a:buChar char="§"/>
          </a:pPr>
          <a:r>
            <a:rPr lang="en-US" sz="1400" dirty="0"/>
            <a:t>Applications testing lab</a:t>
          </a:r>
        </a:p>
      </dgm:t>
    </dgm:pt>
    <dgm:pt modelId="{B95B9A23-3C67-4074-B850-92B8BC05AF5A}" type="parTrans" cxnId="{1A148DB8-EF07-4280-AE36-C252EA5B5650}">
      <dgm:prSet/>
      <dgm:spPr/>
      <dgm:t>
        <a:bodyPr/>
        <a:lstStyle/>
        <a:p>
          <a:endParaRPr lang="en-US"/>
        </a:p>
      </dgm:t>
    </dgm:pt>
    <dgm:pt modelId="{7CAFA1E8-7407-4D95-87C8-52EE9EE23F72}" type="sibTrans" cxnId="{1A148DB8-EF07-4280-AE36-C252EA5B5650}">
      <dgm:prSet/>
      <dgm:spPr/>
      <dgm:t>
        <a:bodyPr/>
        <a:lstStyle/>
        <a:p>
          <a:endParaRPr lang="en-US"/>
        </a:p>
      </dgm:t>
    </dgm:pt>
    <dgm:pt modelId="{23B5CD89-B7F3-462E-9EEF-06EE5F8FF543}">
      <dgm:prSet custT="1"/>
      <dgm:spPr/>
      <dgm:t>
        <a:bodyPr/>
        <a:lstStyle/>
        <a:p>
          <a:pPr>
            <a:buFont typeface="Wingdings" panose="05000000000000000000" pitchFamily="2" charset="2"/>
            <a:buChar char="§"/>
          </a:pPr>
          <a:r>
            <a:rPr lang="en-US" sz="1400" dirty="0"/>
            <a:t>Scale up and pilot plant facilities</a:t>
          </a:r>
        </a:p>
      </dgm:t>
    </dgm:pt>
    <dgm:pt modelId="{DA42DCC7-4E15-4E9F-8B27-4F616EA18091}" type="parTrans" cxnId="{24871BEC-7499-4420-9214-8629403513D0}">
      <dgm:prSet/>
      <dgm:spPr/>
      <dgm:t>
        <a:bodyPr/>
        <a:lstStyle/>
        <a:p>
          <a:endParaRPr lang="en-US"/>
        </a:p>
      </dgm:t>
    </dgm:pt>
    <dgm:pt modelId="{945123AF-A7E2-436E-8C41-83FCDF70D1DC}" type="sibTrans" cxnId="{24871BEC-7499-4420-9214-8629403513D0}">
      <dgm:prSet/>
      <dgm:spPr/>
      <dgm:t>
        <a:bodyPr/>
        <a:lstStyle/>
        <a:p>
          <a:endParaRPr lang="en-US"/>
        </a:p>
      </dgm:t>
    </dgm:pt>
    <dgm:pt modelId="{7CF40C83-E7C8-4CC8-9ABA-5F2A90A7FDDC}" type="pres">
      <dgm:prSet presAssocID="{02C032BF-2B72-4861-B138-9D8E5F1FEDDE}" presName="Name0" presStyleCnt="0">
        <dgm:presLayoutVars>
          <dgm:dir/>
          <dgm:animLvl val="lvl"/>
          <dgm:resizeHandles val="exact"/>
        </dgm:presLayoutVars>
      </dgm:prSet>
      <dgm:spPr/>
    </dgm:pt>
    <dgm:pt modelId="{E0BC396A-BDB5-4659-B344-AB8B38BEF4B5}" type="pres">
      <dgm:prSet presAssocID="{6AE9D813-4738-473A-9157-EF93446EAAC4}" presName="composite" presStyleCnt="0"/>
      <dgm:spPr/>
    </dgm:pt>
    <dgm:pt modelId="{A3207267-C849-43BF-9007-96DEB85F8940}" type="pres">
      <dgm:prSet presAssocID="{6AE9D813-4738-473A-9157-EF93446EAAC4}" presName="parTx" presStyleLbl="alignNode1" presStyleIdx="0" presStyleCnt="3">
        <dgm:presLayoutVars>
          <dgm:chMax val="0"/>
          <dgm:chPref val="0"/>
        </dgm:presLayoutVars>
      </dgm:prSet>
      <dgm:spPr/>
    </dgm:pt>
    <dgm:pt modelId="{9F729971-CB9A-4FD1-AD1D-33529A87876A}" type="pres">
      <dgm:prSet presAssocID="{6AE9D813-4738-473A-9157-EF93446EAAC4}" presName="desTx" presStyleLbl="alignAccFollowNode1" presStyleIdx="0" presStyleCnt="3">
        <dgm:presLayoutVars/>
      </dgm:prSet>
      <dgm:spPr/>
    </dgm:pt>
    <dgm:pt modelId="{9F6563E2-F237-4D92-B4C4-5B77BB2E5221}" type="pres">
      <dgm:prSet presAssocID="{A9176595-6AD2-4403-A6FE-E5F17E76FB55}" presName="space" presStyleCnt="0"/>
      <dgm:spPr/>
    </dgm:pt>
    <dgm:pt modelId="{D65DFD8E-5DDA-4E04-9C09-90CCBE09514A}" type="pres">
      <dgm:prSet presAssocID="{89E3AA66-F423-444C-9C4D-AC22E65FEBF1}" presName="composite" presStyleCnt="0"/>
      <dgm:spPr/>
    </dgm:pt>
    <dgm:pt modelId="{AD0852B2-8724-47BF-AAB1-C98848C112AF}" type="pres">
      <dgm:prSet presAssocID="{89E3AA66-F423-444C-9C4D-AC22E65FEBF1}" presName="parTx" presStyleLbl="alignNode1" presStyleIdx="1" presStyleCnt="3">
        <dgm:presLayoutVars>
          <dgm:chMax val="0"/>
          <dgm:chPref val="0"/>
        </dgm:presLayoutVars>
      </dgm:prSet>
      <dgm:spPr/>
    </dgm:pt>
    <dgm:pt modelId="{1DF57555-8BCB-4815-BC5A-E2ED9377E6EF}" type="pres">
      <dgm:prSet presAssocID="{89E3AA66-F423-444C-9C4D-AC22E65FEBF1}" presName="desTx" presStyleLbl="alignAccFollowNode1" presStyleIdx="1" presStyleCnt="3">
        <dgm:presLayoutVars/>
      </dgm:prSet>
      <dgm:spPr/>
    </dgm:pt>
    <dgm:pt modelId="{899883D2-45F3-4385-A815-241463E1C483}" type="pres">
      <dgm:prSet presAssocID="{057561CC-85CA-4A0F-B160-F5E06648791D}" presName="space" presStyleCnt="0"/>
      <dgm:spPr/>
    </dgm:pt>
    <dgm:pt modelId="{041FD7BD-8E25-4BC4-BC61-7A6DA25C0647}" type="pres">
      <dgm:prSet presAssocID="{F6AB90DB-A5CF-4DAD-A1E2-A7BF2EB4FEE5}" presName="composite" presStyleCnt="0"/>
      <dgm:spPr/>
    </dgm:pt>
    <dgm:pt modelId="{D7FCE641-3744-41AD-9C1D-098088738380}" type="pres">
      <dgm:prSet presAssocID="{F6AB90DB-A5CF-4DAD-A1E2-A7BF2EB4FEE5}" presName="parTx" presStyleLbl="alignNode1" presStyleIdx="2" presStyleCnt="3">
        <dgm:presLayoutVars>
          <dgm:chMax val="0"/>
          <dgm:chPref val="0"/>
        </dgm:presLayoutVars>
      </dgm:prSet>
      <dgm:spPr/>
    </dgm:pt>
    <dgm:pt modelId="{B4B9D8A5-E63B-4B2F-A796-7402416000C2}" type="pres">
      <dgm:prSet presAssocID="{F6AB90DB-A5CF-4DAD-A1E2-A7BF2EB4FEE5}" presName="desTx" presStyleLbl="alignAccFollowNode1" presStyleIdx="2" presStyleCnt="3">
        <dgm:presLayoutVars/>
      </dgm:prSet>
      <dgm:spPr/>
    </dgm:pt>
  </dgm:ptLst>
  <dgm:cxnLst>
    <dgm:cxn modelId="{32021417-E5C8-4134-930F-3AA813407585}" type="presOf" srcId="{45A5E198-79EF-41DD-B672-1B9E87F6AA25}" destId="{1DF57555-8BCB-4815-BC5A-E2ED9377E6EF}" srcOrd="0" destOrd="1" presId="urn:microsoft.com/office/officeart/2016/7/layout/ChevronBlockProcess"/>
    <dgm:cxn modelId="{D0FF8420-1FD7-4F27-B5F3-7F8E99B54264}" type="presOf" srcId="{B6EFAF28-D8A0-421B-B405-54AE26871F02}" destId="{9F729971-CB9A-4FD1-AD1D-33529A87876A}" srcOrd="0" destOrd="0" presId="urn:microsoft.com/office/officeart/2016/7/layout/ChevronBlockProcess"/>
    <dgm:cxn modelId="{49794327-72E6-4E56-8FDC-B5D21983AA3D}" type="presOf" srcId="{F6AB90DB-A5CF-4DAD-A1E2-A7BF2EB4FEE5}" destId="{D7FCE641-3744-41AD-9C1D-098088738380}" srcOrd="0" destOrd="0" presId="urn:microsoft.com/office/officeart/2016/7/layout/ChevronBlockProcess"/>
    <dgm:cxn modelId="{ADC3572C-3907-4741-801D-73E46D1572E5}" srcId="{B6EFAF28-D8A0-421B-B405-54AE26871F02}" destId="{3B806142-72DC-430E-8C65-D5406728925C}" srcOrd="3" destOrd="0" parTransId="{EB8C4CD4-6E0B-4F49-8EAE-137CAC39D546}" sibTransId="{C0D38F87-0035-4399-A4E5-D2C6FDD69AA9}"/>
    <dgm:cxn modelId="{2F73452F-EF74-4765-A4B4-FB797EA857C3}" srcId="{02C032BF-2B72-4861-B138-9D8E5F1FEDDE}" destId="{89E3AA66-F423-444C-9C4D-AC22E65FEBF1}" srcOrd="1" destOrd="0" parTransId="{AA56B454-ED0C-4A5C-AFB3-45ED72053222}" sibTransId="{057561CC-85CA-4A0F-B160-F5E06648791D}"/>
    <dgm:cxn modelId="{71561C32-610D-45C6-93F5-4F8EAC4B3318}" srcId="{B3D9586E-E903-4F94-B7E0-698C237381F7}" destId="{1ED32AB8-F01B-4BF2-AD10-BB2899738668}" srcOrd="0" destOrd="0" parTransId="{7F06BC00-F824-4BB2-BCA2-1D65039E89FE}" sibTransId="{05CF88B4-A740-430B-BCC4-AFED4C0F7390}"/>
    <dgm:cxn modelId="{E4045A3A-D1B4-43D9-ADB3-6A05D8C7F42D}" srcId="{6AE9D813-4738-473A-9157-EF93446EAAC4}" destId="{B6EFAF28-D8A0-421B-B405-54AE26871F02}" srcOrd="0" destOrd="0" parTransId="{CBC86211-5A9B-44B5-A88C-55D033C83551}" sibTransId="{BD820CAF-877F-4654-9216-79AA0EA61437}"/>
    <dgm:cxn modelId="{E0FD4A5D-95C7-4B68-BC95-7AB1A8044F7C}" srcId="{B6EFAF28-D8A0-421B-B405-54AE26871F02}" destId="{E63DBE19-12CC-4078-A525-78F334FE93EF}" srcOrd="2" destOrd="0" parTransId="{639E6060-E965-46A2-8CE9-FABE27EBB8E4}" sibTransId="{4A10033B-FAE5-4219-B699-51357BDE5130}"/>
    <dgm:cxn modelId="{9E74615F-DC73-48BD-BE9F-C1D67ABFDD3E}" srcId="{02C032BF-2B72-4861-B138-9D8E5F1FEDDE}" destId="{6AE9D813-4738-473A-9157-EF93446EAAC4}" srcOrd="0" destOrd="0" parTransId="{467266A2-C8F1-4B61-AD0F-A1F4ADCAFB1D}" sibTransId="{A9176595-6AD2-4403-A6FE-E5F17E76FB55}"/>
    <dgm:cxn modelId="{804FCC5F-6B55-4893-ADAE-E764D76EF4A7}" type="presOf" srcId="{6AE9D813-4738-473A-9157-EF93446EAAC4}" destId="{A3207267-C849-43BF-9007-96DEB85F8940}" srcOrd="0" destOrd="0" presId="urn:microsoft.com/office/officeart/2016/7/layout/ChevronBlockProcess"/>
    <dgm:cxn modelId="{362A4867-68BF-4D2D-99A6-BDA05E274625}" type="presOf" srcId="{E63DBE19-12CC-4078-A525-78F334FE93EF}" destId="{9F729971-CB9A-4FD1-AD1D-33529A87876A}" srcOrd="0" destOrd="3" presId="urn:microsoft.com/office/officeart/2016/7/layout/ChevronBlockProcess"/>
    <dgm:cxn modelId="{130D1D4B-1288-4536-AD04-E157E0CBAF4B}" type="presOf" srcId="{E93F1101-7756-4A9F-9B38-0CE5F7F00E03}" destId="{B4B9D8A5-E63B-4B2F-A796-7402416000C2}" srcOrd="0" destOrd="2" presId="urn:microsoft.com/office/officeart/2016/7/layout/ChevronBlockProcess"/>
    <dgm:cxn modelId="{02D7764C-9050-4CA0-BC11-83AF26C39FC9}" type="presOf" srcId="{61D285CF-15C8-4584-863E-808CCCF49B1E}" destId="{1DF57555-8BCB-4815-BC5A-E2ED9377E6EF}" srcOrd="0" destOrd="2" presId="urn:microsoft.com/office/officeart/2016/7/layout/ChevronBlockProcess"/>
    <dgm:cxn modelId="{C4E63B6D-1D22-4DD6-9BFC-311F9C50C4C7}" type="presOf" srcId="{89E3AA66-F423-444C-9C4D-AC22E65FEBF1}" destId="{AD0852B2-8724-47BF-AAB1-C98848C112AF}" srcOrd="0" destOrd="0" presId="urn:microsoft.com/office/officeart/2016/7/layout/ChevronBlockProcess"/>
    <dgm:cxn modelId="{C9E7F04E-C467-4A34-994B-DBD735139257}" srcId="{52E4E355-F5C7-4367-A004-D99C8F1A234D}" destId="{45A5E198-79EF-41DD-B672-1B9E87F6AA25}" srcOrd="0" destOrd="0" parTransId="{7F1D2FD0-7899-4752-8E26-9F5EE9856562}" sibTransId="{DE7EAB16-969E-407B-95F1-5958E9C9E484}"/>
    <dgm:cxn modelId="{9FB1D571-B785-4FD3-A2E9-7C7EBDB13B5A}" srcId="{02C032BF-2B72-4861-B138-9D8E5F1FEDDE}" destId="{F6AB90DB-A5CF-4DAD-A1E2-A7BF2EB4FEE5}" srcOrd="2" destOrd="0" parTransId="{BCF70657-B697-488E-9E91-F8606D5C2F5F}" sibTransId="{2AD6A44E-7618-41BC-8588-D2EC62E0005E}"/>
    <dgm:cxn modelId="{610E9B56-32CE-4E5E-A110-47D1946283BB}" type="presOf" srcId="{B392E7DF-690D-4F2D-9909-29D7A8FBE9BC}" destId="{9F729971-CB9A-4FD1-AD1D-33529A87876A}" srcOrd="0" destOrd="2" presId="urn:microsoft.com/office/officeart/2016/7/layout/ChevronBlockProcess"/>
    <dgm:cxn modelId="{E75E9258-30BA-4FEA-BD76-596D00A6F9F9}" srcId="{B6EFAF28-D8A0-421B-B405-54AE26871F02}" destId="{3330350B-B7BB-41E0-B549-4BD274E6E026}" srcOrd="0" destOrd="0" parTransId="{FA68060A-C06A-4FBF-AEA4-AF864ABFE4A8}" sibTransId="{2ABB79C1-473D-40DB-9EE9-408A15E0A8A0}"/>
    <dgm:cxn modelId="{5E46EE79-D800-4F80-A646-2D01CFD9BB03}" srcId="{B6EFAF28-D8A0-421B-B405-54AE26871F02}" destId="{B392E7DF-690D-4F2D-9909-29D7A8FBE9BC}" srcOrd="1" destOrd="0" parTransId="{B3F573B1-18E0-447D-91D9-E971D0D5448D}" sibTransId="{F3C0D7C7-6427-46F1-95E6-6FA526B87EDB}"/>
    <dgm:cxn modelId="{C5BE697B-ADB9-4DD7-B318-8CEE08AA0779}" srcId="{F6AB90DB-A5CF-4DAD-A1E2-A7BF2EB4FEE5}" destId="{B3D9586E-E903-4F94-B7E0-698C237381F7}" srcOrd="0" destOrd="0" parTransId="{1018E1BB-9986-4E2D-B89E-37D203A8929E}" sibTransId="{28142AF0-FEFF-4B6A-9917-A88EA9ABE80C}"/>
    <dgm:cxn modelId="{F623248C-CA2A-409C-971F-9AA43D3EC0C9}" type="presOf" srcId="{3B806142-72DC-430E-8C65-D5406728925C}" destId="{9F729971-CB9A-4FD1-AD1D-33529A87876A}" srcOrd="0" destOrd="4" presId="urn:microsoft.com/office/officeart/2016/7/layout/ChevronBlockProcess"/>
    <dgm:cxn modelId="{1CAE8792-8582-4D28-AE6B-3EDF0D30A308}" type="presOf" srcId="{1ED32AB8-F01B-4BF2-AD10-BB2899738668}" destId="{B4B9D8A5-E63B-4B2F-A796-7402416000C2}" srcOrd="0" destOrd="1" presId="urn:microsoft.com/office/officeart/2016/7/layout/ChevronBlockProcess"/>
    <dgm:cxn modelId="{1A148DB8-EF07-4280-AE36-C252EA5B5650}" srcId="{B3D9586E-E903-4F94-B7E0-698C237381F7}" destId="{E93F1101-7756-4A9F-9B38-0CE5F7F00E03}" srcOrd="1" destOrd="0" parTransId="{B95B9A23-3C67-4074-B850-92B8BC05AF5A}" sibTransId="{7CAFA1E8-7407-4D95-87C8-52EE9EE23F72}"/>
    <dgm:cxn modelId="{208247BD-9C4D-4AB7-AB61-871D24B2A8C5}" type="presOf" srcId="{02C032BF-2B72-4861-B138-9D8E5F1FEDDE}" destId="{7CF40C83-E7C8-4CC8-9ABA-5F2A90A7FDDC}" srcOrd="0" destOrd="0" presId="urn:microsoft.com/office/officeart/2016/7/layout/ChevronBlockProcess"/>
    <dgm:cxn modelId="{935648C2-1419-45BC-9A03-D6110F4930D9}" srcId="{52E4E355-F5C7-4367-A004-D99C8F1A234D}" destId="{61D285CF-15C8-4584-863E-808CCCF49B1E}" srcOrd="1" destOrd="0" parTransId="{A9A9B355-9C4C-467C-8DD7-C40F81D0A7DB}" sibTransId="{107C1894-ABF2-402A-9B2A-BC87BC423D0A}"/>
    <dgm:cxn modelId="{F1F22CCC-AC4D-44FB-B095-B41357DA29FF}" type="presOf" srcId="{52E4E355-F5C7-4367-A004-D99C8F1A234D}" destId="{1DF57555-8BCB-4815-BC5A-E2ED9377E6EF}" srcOrd="0" destOrd="0" presId="urn:microsoft.com/office/officeart/2016/7/layout/ChevronBlockProcess"/>
    <dgm:cxn modelId="{8441CADA-E75F-46DD-8110-BCCA3F135682}" type="presOf" srcId="{B3D9586E-E903-4F94-B7E0-698C237381F7}" destId="{B4B9D8A5-E63B-4B2F-A796-7402416000C2}" srcOrd="0" destOrd="0" presId="urn:microsoft.com/office/officeart/2016/7/layout/ChevronBlockProcess"/>
    <dgm:cxn modelId="{8FFA25DE-6652-4B4C-A62D-41F83A9FB235}" type="presOf" srcId="{23B5CD89-B7F3-462E-9EEF-06EE5F8FF543}" destId="{B4B9D8A5-E63B-4B2F-A796-7402416000C2}" srcOrd="0" destOrd="3" presId="urn:microsoft.com/office/officeart/2016/7/layout/ChevronBlockProcess"/>
    <dgm:cxn modelId="{1D2641EA-06B6-4CC4-9A71-5359B6CD1104}" srcId="{89E3AA66-F423-444C-9C4D-AC22E65FEBF1}" destId="{52E4E355-F5C7-4367-A004-D99C8F1A234D}" srcOrd="0" destOrd="0" parTransId="{A452776F-F6C0-400E-B141-08FB6749DEC0}" sibTransId="{7AF0B760-E9FC-4E06-A6EA-08EBFE858CC4}"/>
    <dgm:cxn modelId="{24871BEC-7499-4420-9214-8629403513D0}" srcId="{B3D9586E-E903-4F94-B7E0-698C237381F7}" destId="{23B5CD89-B7F3-462E-9EEF-06EE5F8FF543}" srcOrd="2" destOrd="0" parTransId="{DA42DCC7-4E15-4E9F-8B27-4F616EA18091}" sibTransId="{945123AF-A7E2-436E-8C41-83FCDF70D1DC}"/>
    <dgm:cxn modelId="{BDBC72F6-4A82-49CC-A5A7-E097F0C43B0E}" type="presOf" srcId="{3330350B-B7BB-41E0-B549-4BD274E6E026}" destId="{9F729971-CB9A-4FD1-AD1D-33529A87876A}" srcOrd="0" destOrd="1" presId="urn:microsoft.com/office/officeart/2016/7/layout/ChevronBlockProcess"/>
    <dgm:cxn modelId="{6B06A2BD-DF15-4689-AA69-E4F5D8EBC1D4}" type="presParOf" srcId="{7CF40C83-E7C8-4CC8-9ABA-5F2A90A7FDDC}" destId="{E0BC396A-BDB5-4659-B344-AB8B38BEF4B5}" srcOrd="0" destOrd="0" presId="urn:microsoft.com/office/officeart/2016/7/layout/ChevronBlockProcess"/>
    <dgm:cxn modelId="{59198401-FAC7-4499-B7F0-90045C19AFD6}" type="presParOf" srcId="{E0BC396A-BDB5-4659-B344-AB8B38BEF4B5}" destId="{A3207267-C849-43BF-9007-96DEB85F8940}" srcOrd="0" destOrd="0" presId="urn:microsoft.com/office/officeart/2016/7/layout/ChevronBlockProcess"/>
    <dgm:cxn modelId="{63EB8A97-2AA2-4981-AB05-4BCDFB7798C1}" type="presParOf" srcId="{E0BC396A-BDB5-4659-B344-AB8B38BEF4B5}" destId="{9F729971-CB9A-4FD1-AD1D-33529A87876A}" srcOrd="1" destOrd="0" presId="urn:microsoft.com/office/officeart/2016/7/layout/ChevronBlockProcess"/>
    <dgm:cxn modelId="{25929781-48E7-4C0C-A58A-F2F58202D84D}" type="presParOf" srcId="{7CF40C83-E7C8-4CC8-9ABA-5F2A90A7FDDC}" destId="{9F6563E2-F237-4D92-B4C4-5B77BB2E5221}" srcOrd="1" destOrd="0" presId="urn:microsoft.com/office/officeart/2016/7/layout/ChevronBlockProcess"/>
    <dgm:cxn modelId="{ED3490E4-E5CA-4F62-BCC8-5F4C98D08228}" type="presParOf" srcId="{7CF40C83-E7C8-4CC8-9ABA-5F2A90A7FDDC}" destId="{D65DFD8E-5DDA-4E04-9C09-90CCBE09514A}" srcOrd="2" destOrd="0" presId="urn:microsoft.com/office/officeart/2016/7/layout/ChevronBlockProcess"/>
    <dgm:cxn modelId="{0E740748-3A2B-4844-A42A-6D7E6EFC4B3C}" type="presParOf" srcId="{D65DFD8E-5DDA-4E04-9C09-90CCBE09514A}" destId="{AD0852B2-8724-47BF-AAB1-C98848C112AF}" srcOrd="0" destOrd="0" presId="urn:microsoft.com/office/officeart/2016/7/layout/ChevronBlockProcess"/>
    <dgm:cxn modelId="{3C4788FE-1D45-473F-AFBE-8743947B11CB}" type="presParOf" srcId="{D65DFD8E-5DDA-4E04-9C09-90CCBE09514A}" destId="{1DF57555-8BCB-4815-BC5A-E2ED9377E6EF}" srcOrd="1" destOrd="0" presId="urn:microsoft.com/office/officeart/2016/7/layout/ChevronBlockProcess"/>
    <dgm:cxn modelId="{948947AE-9F28-44BE-BBE4-DC154F96C05B}" type="presParOf" srcId="{7CF40C83-E7C8-4CC8-9ABA-5F2A90A7FDDC}" destId="{899883D2-45F3-4385-A815-241463E1C483}" srcOrd="3" destOrd="0" presId="urn:microsoft.com/office/officeart/2016/7/layout/ChevronBlockProcess"/>
    <dgm:cxn modelId="{3310AA60-D277-453A-A6C5-D6767EB95D09}" type="presParOf" srcId="{7CF40C83-E7C8-4CC8-9ABA-5F2A90A7FDDC}" destId="{041FD7BD-8E25-4BC4-BC61-7A6DA25C0647}" srcOrd="4" destOrd="0" presId="urn:microsoft.com/office/officeart/2016/7/layout/ChevronBlockProcess"/>
    <dgm:cxn modelId="{EF44822B-C85F-4A11-B107-0931359F41E9}" type="presParOf" srcId="{041FD7BD-8E25-4BC4-BC61-7A6DA25C0647}" destId="{D7FCE641-3744-41AD-9C1D-098088738380}" srcOrd="0" destOrd="0" presId="urn:microsoft.com/office/officeart/2016/7/layout/ChevronBlockProcess"/>
    <dgm:cxn modelId="{19CB6CF3-6B23-4E7A-92A9-C1CDDFE196DF}" type="presParOf" srcId="{041FD7BD-8E25-4BC4-BC61-7A6DA25C0647}" destId="{B4B9D8A5-E63B-4B2F-A796-7402416000C2}" srcOrd="1" destOrd="0" presId="urn:microsoft.com/office/officeart/2016/7/layout/Chevron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A4AC7A8-59C8-41C7-B2E1-33921309F46A}" type="doc">
      <dgm:prSet loTypeId="urn:microsoft.com/office/officeart/2005/8/layout/orgChart1" loCatId="hierarchy" qsTypeId="urn:microsoft.com/office/officeart/2005/8/quickstyle/simple3" qsCatId="simple" csTypeId="urn:microsoft.com/office/officeart/2005/8/colors/accent1_2" csCatId="accent1" phldr="1"/>
      <dgm:spPr/>
      <dgm:t>
        <a:bodyPr/>
        <a:lstStyle/>
        <a:p>
          <a:endParaRPr lang="en-IN"/>
        </a:p>
      </dgm:t>
    </dgm:pt>
    <dgm:pt modelId="{89B8D4AD-3964-4D51-A518-62C19BF70687}">
      <dgm:prSet phldrT="[Text]"/>
      <dgm:spPr/>
      <dgm:t>
        <a:bodyPr/>
        <a:lstStyle/>
        <a:p>
          <a:r>
            <a:rPr lang="en-IN" b="1" dirty="0"/>
            <a:t>FM / AVP</a:t>
          </a:r>
        </a:p>
      </dgm:t>
    </dgm:pt>
    <dgm:pt modelId="{18DB4C7F-D3AF-4BE7-8116-C9694AF084D0}" type="parTrans" cxnId="{B91D940B-0BA0-4E6F-A28E-32C8E8ECE3BF}">
      <dgm:prSet/>
      <dgm:spPr/>
      <dgm:t>
        <a:bodyPr/>
        <a:lstStyle/>
        <a:p>
          <a:endParaRPr lang="en-IN"/>
        </a:p>
      </dgm:t>
    </dgm:pt>
    <dgm:pt modelId="{81FA60D4-6AA1-4EBC-B84A-B876CF6A5B15}" type="sibTrans" cxnId="{B91D940B-0BA0-4E6F-A28E-32C8E8ECE3BF}">
      <dgm:prSet/>
      <dgm:spPr/>
      <dgm:t>
        <a:bodyPr/>
        <a:lstStyle/>
        <a:p>
          <a:endParaRPr lang="en-IN"/>
        </a:p>
      </dgm:t>
    </dgm:pt>
    <dgm:pt modelId="{B6E21CBE-E803-4D97-854D-0D70E5F0D5F4}">
      <dgm:prSet phldrT="[Text]"/>
      <dgm:spPr/>
      <dgm:t>
        <a:bodyPr/>
        <a:lstStyle/>
        <a:p>
          <a:r>
            <a:rPr lang="en-IN" b="1" dirty="0"/>
            <a:t>Production </a:t>
          </a:r>
          <a:r>
            <a:rPr lang="en-IN" b="1" dirty="0" err="1"/>
            <a:t>Incharge</a:t>
          </a:r>
          <a:endParaRPr lang="en-IN" b="1" dirty="0"/>
        </a:p>
      </dgm:t>
    </dgm:pt>
    <dgm:pt modelId="{ADBACB6E-6CA8-4659-B8D5-D135FF3A1BAA}" type="parTrans" cxnId="{DEFAB1D8-CD64-4096-90B6-EFBFBE289FD7}">
      <dgm:prSet/>
      <dgm:spPr/>
      <dgm:t>
        <a:bodyPr/>
        <a:lstStyle/>
        <a:p>
          <a:endParaRPr lang="en-IN" b="1"/>
        </a:p>
      </dgm:t>
    </dgm:pt>
    <dgm:pt modelId="{EB97851D-4F09-46CC-B51C-C8A21EFA885E}" type="sibTrans" cxnId="{DEFAB1D8-CD64-4096-90B6-EFBFBE289FD7}">
      <dgm:prSet/>
      <dgm:spPr/>
      <dgm:t>
        <a:bodyPr/>
        <a:lstStyle/>
        <a:p>
          <a:endParaRPr lang="en-IN"/>
        </a:p>
      </dgm:t>
    </dgm:pt>
    <dgm:pt modelId="{85A0BE74-A48B-43C5-AACF-A326AEB8FE7F}">
      <dgm:prSet phldrT="[Text]"/>
      <dgm:spPr/>
      <dgm:t>
        <a:bodyPr/>
        <a:lstStyle/>
        <a:p>
          <a:r>
            <a:rPr lang="en-IN" b="1"/>
            <a:t>Admin Incharge</a:t>
          </a:r>
        </a:p>
      </dgm:t>
    </dgm:pt>
    <dgm:pt modelId="{FC11AC0E-F4F1-4752-AD57-5FB6DA3E9C42}" type="parTrans" cxnId="{F8B223AE-DEE0-4B9A-A99B-D65F4A072075}">
      <dgm:prSet/>
      <dgm:spPr/>
      <dgm:t>
        <a:bodyPr/>
        <a:lstStyle/>
        <a:p>
          <a:endParaRPr lang="en-IN" b="1"/>
        </a:p>
      </dgm:t>
    </dgm:pt>
    <dgm:pt modelId="{2CCDCBED-DC2F-457E-879E-E2BD0D066039}" type="sibTrans" cxnId="{F8B223AE-DEE0-4B9A-A99B-D65F4A072075}">
      <dgm:prSet/>
      <dgm:spPr/>
      <dgm:t>
        <a:bodyPr/>
        <a:lstStyle/>
        <a:p>
          <a:endParaRPr lang="en-IN"/>
        </a:p>
      </dgm:t>
    </dgm:pt>
    <dgm:pt modelId="{4D3FE93C-E898-4BC5-B1BD-583220BE7CD8}">
      <dgm:prSet phldrT="[Text]"/>
      <dgm:spPr/>
      <dgm:t>
        <a:bodyPr/>
        <a:lstStyle/>
        <a:p>
          <a:r>
            <a:rPr lang="en-IN" b="1"/>
            <a:t>R&amp;D Incharge</a:t>
          </a:r>
        </a:p>
      </dgm:t>
    </dgm:pt>
    <dgm:pt modelId="{DE5BF669-52F2-4AD3-911B-69B3DD29B042}" type="parTrans" cxnId="{6E56D216-A0B9-4796-8B9A-1875610B5C38}">
      <dgm:prSet/>
      <dgm:spPr/>
      <dgm:t>
        <a:bodyPr/>
        <a:lstStyle/>
        <a:p>
          <a:endParaRPr lang="en-IN" b="1"/>
        </a:p>
      </dgm:t>
    </dgm:pt>
    <dgm:pt modelId="{8C852E2D-07FF-4793-8AEB-77444F7591C7}" type="sibTrans" cxnId="{6E56D216-A0B9-4796-8B9A-1875610B5C38}">
      <dgm:prSet/>
      <dgm:spPr/>
      <dgm:t>
        <a:bodyPr/>
        <a:lstStyle/>
        <a:p>
          <a:endParaRPr lang="en-IN"/>
        </a:p>
      </dgm:t>
    </dgm:pt>
    <dgm:pt modelId="{DFBB2143-C461-4A52-9F2D-83CC4D944837}">
      <dgm:prSet/>
      <dgm:spPr/>
      <dgm:t>
        <a:bodyPr/>
        <a:lstStyle/>
        <a:p>
          <a:r>
            <a:rPr lang="en-IN" b="1"/>
            <a:t>QC Incharge</a:t>
          </a:r>
        </a:p>
      </dgm:t>
    </dgm:pt>
    <dgm:pt modelId="{3B61F059-54B8-416F-943B-D747F6122D84}" type="parTrans" cxnId="{6AE0F275-DA91-4A1C-9707-6EAF177AF0CA}">
      <dgm:prSet/>
      <dgm:spPr/>
      <dgm:t>
        <a:bodyPr/>
        <a:lstStyle/>
        <a:p>
          <a:endParaRPr lang="en-IN" b="1"/>
        </a:p>
      </dgm:t>
    </dgm:pt>
    <dgm:pt modelId="{B57EA856-743F-4056-8066-80EFF81522A7}" type="sibTrans" cxnId="{6AE0F275-DA91-4A1C-9707-6EAF177AF0CA}">
      <dgm:prSet/>
      <dgm:spPr/>
      <dgm:t>
        <a:bodyPr/>
        <a:lstStyle/>
        <a:p>
          <a:endParaRPr lang="en-IN"/>
        </a:p>
      </dgm:t>
    </dgm:pt>
    <dgm:pt modelId="{6798749C-5FFF-48AC-9BDE-72F0A5CD7714}" type="asst">
      <dgm:prSet/>
      <dgm:spPr/>
      <dgm:t>
        <a:bodyPr/>
        <a:lstStyle/>
        <a:p>
          <a:r>
            <a:rPr lang="en-IN" b="1"/>
            <a:t>Operator</a:t>
          </a:r>
        </a:p>
      </dgm:t>
    </dgm:pt>
    <dgm:pt modelId="{64C1AE5B-607D-4A54-B849-9F015AED9B69}" type="parTrans" cxnId="{12236529-C241-4DC8-A3FE-844DF9DBA3D5}">
      <dgm:prSet/>
      <dgm:spPr/>
      <dgm:t>
        <a:bodyPr/>
        <a:lstStyle/>
        <a:p>
          <a:endParaRPr lang="en-IN" b="1"/>
        </a:p>
      </dgm:t>
    </dgm:pt>
    <dgm:pt modelId="{412B8C20-DC2C-495F-ABC7-61E2834A4211}" type="sibTrans" cxnId="{12236529-C241-4DC8-A3FE-844DF9DBA3D5}">
      <dgm:prSet/>
      <dgm:spPr/>
      <dgm:t>
        <a:bodyPr/>
        <a:lstStyle/>
        <a:p>
          <a:endParaRPr lang="en-IN"/>
        </a:p>
      </dgm:t>
    </dgm:pt>
    <dgm:pt modelId="{7FEFE187-999D-4523-B585-6D9EE3ED6365}" type="asst">
      <dgm:prSet/>
      <dgm:spPr/>
      <dgm:t>
        <a:bodyPr/>
        <a:lstStyle/>
        <a:p>
          <a:r>
            <a:rPr lang="en-IN" b="1"/>
            <a:t>Operator</a:t>
          </a:r>
        </a:p>
      </dgm:t>
    </dgm:pt>
    <dgm:pt modelId="{2974C1AF-764A-40AA-8C7B-B0ECCA55A281}" type="parTrans" cxnId="{F134A230-E77E-42E2-998A-1331FF55D0DA}">
      <dgm:prSet/>
      <dgm:spPr/>
      <dgm:t>
        <a:bodyPr/>
        <a:lstStyle/>
        <a:p>
          <a:endParaRPr lang="en-IN" b="1"/>
        </a:p>
      </dgm:t>
    </dgm:pt>
    <dgm:pt modelId="{B9FDFC7B-6F56-4413-8760-13AFEE37D8EA}" type="sibTrans" cxnId="{F134A230-E77E-42E2-998A-1331FF55D0DA}">
      <dgm:prSet/>
      <dgm:spPr/>
      <dgm:t>
        <a:bodyPr/>
        <a:lstStyle/>
        <a:p>
          <a:endParaRPr lang="en-IN"/>
        </a:p>
      </dgm:t>
    </dgm:pt>
    <dgm:pt modelId="{996DD119-89A0-463A-9B9B-F036D26A5391}" type="asst">
      <dgm:prSet/>
      <dgm:spPr/>
      <dgm:t>
        <a:bodyPr/>
        <a:lstStyle/>
        <a:p>
          <a:r>
            <a:rPr lang="en-IN" b="1"/>
            <a:t>Sales</a:t>
          </a:r>
        </a:p>
      </dgm:t>
    </dgm:pt>
    <dgm:pt modelId="{527FCB45-C060-4C04-9843-81BC624BCFE5}" type="parTrans" cxnId="{52A68787-C309-4CB9-B5C9-3B8F671748D7}">
      <dgm:prSet/>
      <dgm:spPr/>
      <dgm:t>
        <a:bodyPr/>
        <a:lstStyle/>
        <a:p>
          <a:endParaRPr lang="en-IN" b="1"/>
        </a:p>
      </dgm:t>
    </dgm:pt>
    <dgm:pt modelId="{06DE8324-4410-4F8B-8ADC-53A8E2865E1F}" type="sibTrans" cxnId="{52A68787-C309-4CB9-B5C9-3B8F671748D7}">
      <dgm:prSet/>
      <dgm:spPr/>
      <dgm:t>
        <a:bodyPr/>
        <a:lstStyle/>
        <a:p>
          <a:endParaRPr lang="en-IN"/>
        </a:p>
      </dgm:t>
    </dgm:pt>
    <dgm:pt modelId="{9CDF19F9-F856-4182-A4E2-C0F2AD8A5F9B}" type="asst">
      <dgm:prSet/>
      <dgm:spPr/>
      <dgm:t>
        <a:bodyPr/>
        <a:lstStyle/>
        <a:p>
          <a:r>
            <a:rPr lang="en-IN" b="1"/>
            <a:t>Procurement</a:t>
          </a:r>
        </a:p>
      </dgm:t>
    </dgm:pt>
    <dgm:pt modelId="{A96905FA-BDE9-44B2-9E8F-7826F6E48393}" type="parTrans" cxnId="{BCC5D5E7-B37C-4413-8B8D-C8C940495A1F}">
      <dgm:prSet/>
      <dgm:spPr/>
      <dgm:t>
        <a:bodyPr/>
        <a:lstStyle/>
        <a:p>
          <a:endParaRPr lang="en-IN" b="1"/>
        </a:p>
      </dgm:t>
    </dgm:pt>
    <dgm:pt modelId="{50134501-97AC-4ADB-A666-684B1065491C}" type="sibTrans" cxnId="{BCC5D5E7-B37C-4413-8B8D-C8C940495A1F}">
      <dgm:prSet/>
      <dgm:spPr/>
      <dgm:t>
        <a:bodyPr/>
        <a:lstStyle/>
        <a:p>
          <a:endParaRPr lang="en-IN"/>
        </a:p>
      </dgm:t>
    </dgm:pt>
    <dgm:pt modelId="{EEC868A0-97ED-43FA-A371-89F3240D83B3}" type="asst">
      <dgm:prSet/>
      <dgm:spPr/>
      <dgm:t>
        <a:bodyPr/>
        <a:lstStyle/>
        <a:p>
          <a:r>
            <a:rPr lang="en-IN" b="1"/>
            <a:t>HR</a:t>
          </a:r>
        </a:p>
      </dgm:t>
    </dgm:pt>
    <dgm:pt modelId="{888A7CBF-BC18-41D5-8833-59B960DC3B49}" type="parTrans" cxnId="{970329B1-B0BB-4F1F-A179-DC3A20D62429}">
      <dgm:prSet/>
      <dgm:spPr/>
      <dgm:t>
        <a:bodyPr/>
        <a:lstStyle/>
        <a:p>
          <a:endParaRPr lang="en-IN" b="1"/>
        </a:p>
      </dgm:t>
    </dgm:pt>
    <dgm:pt modelId="{E569EF1A-1643-4598-9650-125BDFE54920}" type="sibTrans" cxnId="{970329B1-B0BB-4F1F-A179-DC3A20D62429}">
      <dgm:prSet/>
      <dgm:spPr/>
      <dgm:t>
        <a:bodyPr/>
        <a:lstStyle/>
        <a:p>
          <a:endParaRPr lang="en-IN"/>
        </a:p>
      </dgm:t>
    </dgm:pt>
    <dgm:pt modelId="{979FC2B7-7686-4196-B9D1-C249E3A4390B}" type="asst">
      <dgm:prSet/>
      <dgm:spPr/>
      <dgm:t>
        <a:bodyPr/>
        <a:lstStyle/>
        <a:p>
          <a:r>
            <a:rPr lang="en-IN" b="1"/>
            <a:t>Accounts</a:t>
          </a:r>
        </a:p>
      </dgm:t>
    </dgm:pt>
    <dgm:pt modelId="{352D30E0-9436-4011-AC33-FADAB54B183C}" type="parTrans" cxnId="{1B5E73B5-02F9-4866-9B1D-B0B4EDB7C682}">
      <dgm:prSet/>
      <dgm:spPr/>
      <dgm:t>
        <a:bodyPr/>
        <a:lstStyle/>
        <a:p>
          <a:endParaRPr lang="en-IN" b="1"/>
        </a:p>
      </dgm:t>
    </dgm:pt>
    <dgm:pt modelId="{C3F871E4-DF11-4BD1-8802-431BACCE8446}" type="sibTrans" cxnId="{1B5E73B5-02F9-4866-9B1D-B0B4EDB7C682}">
      <dgm:prSet/>
      <dgm:spPr/>
      <dgm:t>
        <a:bodyPr/>
        <a:lstStyle/>
        <a:p>
          <a:endParaRPr lang="en-IN"/>
        </a:p>
      </dgm:t>
    </dgm:pt>
    <dgm:pt modelId="{0ACA1E09-BD2A-4EAB-89C4-F55529D9C3C0}" type="asst">
      <dgm:prSet/>
      <dgm:spPr/>
      <dgm:t>
        <a:bodyPr/>
        <a:lstStyle/>
        <a:p>
          <a:r>
            <a:rPr lang="en-IN" b="1"/>
            <a:t>R&amp;D Chemist</a:t>
          </a:r>
        </a:p>
      </dgm:t>
    </dgm:pt>
    <dgm:pt modelId="{E53219B5-83DE-4540-94B2-8F1677CACC09}" type="parTrans" cxnId="{3A4419A5-C58F-42C0-9C32-0ED049BDA46B}">
      <dgm:prSet/>
      <dgm:spPr/>
      <dgm:t>
        <a:bodyPr/>
        <a:lstStyle/>
        <a:p>
          <a:endParaRPr lang="en-IN" b="1"/>
        </a:p>
      </dgm:t>
    </dgm:pt>
    <dgm:pt modelId="{DB59B6C1-F60E-459D-9FC5-3DC7463848D5}" type="sibTrans" cxnId="{3A4419A5-C58F-42C0-9C32-0ED049BDA46B}">
      <dgm:prSet/>
      <dgm:spPr/>
      <dgm:t>
        <a:bodyPr/>
        <a:lstStyle/>
        <a:p>
          <a:endParaRPr lang="en-IN"/>
        </a:p>
      </dgm:t>
    </dgm:pt>
    <dgm:pt modelId="{D87225C5-FE54-4692-8278-4EE9CFFB54BD}" type="asst">
      <dgm:prSet/>
      <dgm:spPr/>
      <dgm:t>
        <a:bodyPr/>
        <a:lstStyle/>
        <a:p>
          <a:r>
            <a:rPr lang="en-IN" b="1"/>
            <a:t>R&amp;D Chemist</a:t>
          </a:r>
        </a:p>
      </dgm:t>
    </dgm:pt>
    <dgm:pt modelId="{87F22F13-34A9-4D48-88B4-088FDB032750}" type="parTrans" cxnId="{66C10D35-4D05-49BB-89A5-F4C5F799149C}">
      <dgm:prSet/>
      <dgm:spPr/>
      <dgm:t>
        <a:bodyPr/>
        <a:lstStyle/>
        <a:p>
          <a:endParaRPr lang="en-IN" b="1"/>
        </a:p>
      </dgm:t>
    </dgm:pt>
    <dgm:pt modelId="{E9397C9D-D4E5-4645-BD18-1DEABFABDF20}" type="sibTrans" cxnId="{66C10D35-4D05-49BB-89A5-F4C5F799149C}">
      <dgm:prSet/>
      <dgm:spPr/>
      <dgm:t>
        <a:bodyPr/>
        <a:lstStyle/>
        <a:p>
          <a:endParaRPr lang="en-IN"/>
        </a:p>
      </dgm:t>
    </dgm:pt>
    <dgm:pt modelId="{8EAEF757-2189-4C1E-954A-23693E34587E}" type="asst">
      <dgm:prSet/>
      <dgm:spPr/>
      <dgm:t>
        <a:bodyPr/>
        <a:lstStyle/>
        <a:p>
          <a:r>
            <a:rPr lang="en-IN" b="1"/>
            <a:t>Lab Chemist</a:t>
          </a:r>
        </a:p>
      </dgm:t>
    </dgm:pt>
    <dgm:pt modelId="{A5A2D460-EA49-415C-8DFE-B801D739F57A}" type="parTrans" cxnId="{A7E85703-B9E0-448A-87E8-948DB67D1535}">
      <dgm:prSet/>
      <dgm:spPr/>
      <dgm:t>
        <a:bodyPr/>
        <a:lstStyle/>
        <a:p>
          <a:endParaRPr lang="en-IN" b="1"/>
        </a:p>
      </dgm:t>
    </dgm:pt>
    <dgm:pt modelId="{F3A707AF-A014-40BB-90C3-E04F18B9B4EF}" type="sibTrans" cxnId="{A7E85703-B9E0-448A-87E8-948DB67D1535}">
      <dgm:prSet/>
      <dgm:spPr/>
      <dgm:t>
        <a:bodyPr/>
        <a:lstStyle/>
        <a:p>
          <a:endParaRPr lang="en-IN"/>
        </a:p>
      </dgm:t>
    </dgm:pt>
    <dgm:pt modelId="{36037A64-7EFE-42AC-A883-6FD4309295E9}" type="asst">
      <dgm:prSet/>
      <dgm:spPr/>
      <dgm:t>
        <a:bodyPr/>
        <a:lstStyle/>
        <a:p>
          <a:r>
            <a:rPr lang="en-IN" b="1"/>
            <a:t>Lab Chemist</a:t>
          </a:r>
        </a:p>
      </dgm:t>
    </dgm:pt>
    <dgm:pt modelId="{41B845B6-AF71-4355-B038-F6A399FF7C62}" type="parTrans" cxnId="{79509966-E4F6-48B0-B9D5-CB9892774CA9}">
      <dgm:prSet/>
      <dgm:spPr/>
      <dgm:t>
        <a:bodyPr/>
        <a:lstStyle/>
        <a:p>
          <a:endParaRPr lang="en-IN" b="1"/>
        </a:p>
      </dgm:t>
    </dgm:pt>
    <dgm:pt modelId="{4CD0211D-00CC-4665-B50F-473221CEC8AF}" type="sibTrans" cxnId="{79509966-E4F6-48B0-B9D5-CB9892774CA9}">
      <dgm:prSet/>
      <dgm:spPr/>
      <dgm:t>
        <a:bodyPr/>
        <a:lstStyle/>
        <a:p>
          <a:endParaRPr lang="en-IN"/>
        </a:p>
      </dgm:t>
    </dgm:pt>
    <dgm:pt modelId="{B06904F3-8CD6-4D22-9F1E-574716B29192}">
      <dgm:prSet/>
      <dgm:spPr/>
      <dgm:t>
        <a:bodyPr/>
        <a:lstStyle/>
        <a:p>
          <a:r>
            <a:rPr lang="en-IN" b="1"/>
            <a:t>Marketing</a:t>
          </a:r>
        </a:p>
      </dgm:t>
    </dgm:pt>
    <dgm:pt modelId="{257877F2-17F3-41AC-B549-50C832652B60}" type="parTrans" cxnId="{692B3591-90AF-4D32-9886-AEAAB171D9F1}">
      <dgm:prSet/>
      <dgm:spPr/>
      <dgm:t>
        <a:bodyPr/>
        <a:lstStyle/>
        <a:p>
          <a:endParaRPr lang="en-IN" b="1"/>
        </a:p>
      </dgm:t>
    </dgm:pt>
    <dgm:pt modelId="{5FE031ED-563F-4BE2-8D1F-9042E35180F7}" type="sibTrans" cxnId="{692B3591-90AF-4D32-9886-AEAAB171D9F1}">
      <dgm:prSet/>
      <dgm:spPr/>
      <dgm:t>
        <a:bodyPr/>
        <a:lstStyle/>
        <a:p>
          <a:endParaRPr lang="en-IN"/>
        </a:p>
      </dgm:t>
    </dgm:pt>
    <dgm:pt modelId="{3FD7E8A5-07BC-40AE-8B1D-52EAE0CA274D}" type="asst">
      <dgm:prSet/>
      <dgm:spPr/>
      <dgm:t>
        <a:bodyPr/>
        <a:lstStyle/>
        <a:p>
          <a:r>
            <a:rPr lang="en-IN" b="1"/>
            <a:t>Executive</a:t>
          </a:r>
        </a:p>
      </dgm:t>
    </dgm:pt>
    <dgm:pt modelId="{B8E672F1-55FF-4655-8CFC-22D0EB5F84EA}" type="parTrans" cxnId="{65B3D2C0-DEA2-4313-B428-A39BC7414896}">
      <dgm:prSet/>
      <dgm:spPr/>
      <dgm:t>
        <a:bodyPr/>
        <a:lstStyle/>
        <a:p>
          <a:endParaRPr lang="en-IN" b="1"/>
        </a:p>
      </dgm:t>
    </dgm:pt>
    <dgm:pt modelId="{FDF523E3-FFC2-4DA6-A271-F75F6A27BE69}" type="sibTrans" cxnId="{65B3D2C0-DEA2-4313-B428-A39BC7414896}">
      <dgm:prSet/>
      <dgm:spPr/>
      <dgm:t>
        <a:bodyPr/>
        <a:lstStyle/>
        <a:p>
          <a:endParaRPr lang="en-IN"/>
        </a:p>
      </dgm:t>
    </dgm:pt>
    <dgm:pt modelId="{ACC771F9-561E-46F3-8E52-9F0210E8A4E3}" type="asst">
      <dgm:prSet/>
      <dgm:spPr/>
      <dgm:t>
        <a:bodyPr/>
        <a:lstStyle/>
        <a:p>
          <a:r>
            <a:rPr lang="en-IN" b="1"/>
            <a:t>Executive</a:t>
          </a:r>
        </a:p>
      </dgm:t>
    </dgm:pt>
    <dgm:pt modelId="{30934697-C818-495E-88A4-332C6ADB78F2}" type="parTrans" cxnId="{764EDD8F-B4A5-434D-A393-34CC45FB5EBA}">
      <dgm:prSet/>
      <dgm:spPr/>
      <dgm:t>
        <a:bodyPr/>
        <a:lstStyle/>
        <a:p>
          <a:endParaRPr lang="en-IN" b="1"/>
        </a:p>
      </dgm:t>
    </dgm:pt>
    <dgm:pt modelId="{FD101E90-DBD1-4E10-902A-BFE508223BF4}" type="sibTrans" cxnId="{764EDD8F-B4A5-434D-A393-34CC45FB5EBA}">
      <dgm:prSet/>
      <dgm:spPr/>
      <dgm:t>
        <a:bodyPr/>
        <a:lstStyle/>
        <a:p>
          <a:endParaRPr lang="en-IN"/>
        </a:p>
      </dgm:t>
    </dgm:pt>
    <dgm:pt modelId="{3B1BBD5E-04E2-4569-9D38-52937CDED7DC}" type="pres">
      <dgm:prSet presAssocID="{2A4AC7A8-59C8-41C7-B2E1-33921309F46A}" presName="hierChild1" presStyleCnt="0">
        <dgm:presLayoutVars>
          <dgm:orgChart val="1"/>
          <dgm:chPref val="1"/>
          <dgm:dir/>
          <dgm:animOne val="branch"/>
          <dgm:animLvl val="lvl"/>
          <dgm:resizeHandles/>
        </dgm:presLayoutVars>
      </dgm:prSet>
      <dgm:spPr/>
    </dgm:pt>
    <dgm:pt modelId="{BA0DFDE9-1F31-4FF1-A2DD-F9FBC2B45E62}" type="pres">
      <dgm:prSet presAssocID="{89B8D4AD-3964-4D51-A518-62C19BF70687}" presName="hierRoot1" presStyleCnt="0">
        <dgm:presLayoutVars>
          <dgm:hierBranch val="init"/>
        </dgm:presLayoutVars>
      </dgm:prSet>
      <dgm:spPr/>
    </dgm:pt>
    <dgm:pt modelId="{5A75D14E-DB34-40F7-BCC6-1B99973D7AAB}" type="pres">
      <dgm:prSet presAssocID="{89B8D4AD-3964-4D51-A518-62C19BF70687}" presName="rootComposite1" presStyleCnt="0"/>
      <dgm:spPr/>
    </dgm:pt>
    <dgm:pt modelId="{A334CCD3-E051-4DA6-9201-B3DCA30CBEC6}" type="pres">
      <dgm:prSet presAssocID="{89B8D4AD-3964-4D51-A518-62C19BF70687}" presName="rootText1" presStyleLbl="node0" presStyleIdx="0" presStyleCnt="1">
        <dgm:presLayoutVars>
          <dgm:chPref val="3"/>
        </dgm:presLayoutVars>
      </dgm:prSet>
      <dgm:spPr/>
    </dgm:pt>
    <dgm:pt modelId="{551BA32D-1570-43F7-923D-B91A447C6514}" type="pres">
      <dgm:prSet presAssocID="{89B8D4AD-3964-4D51-A518-62C19BF70687}" presName="rootConnector1" presStyleLbl="node1" presStyleIdx="0" presStyleCnt="0"/>
      <dgm:spPr/>
    </dgm:pt>
    <dgm:pt modelId="{6373BB4B-15CF-4863-BE69-7E3D64C6437F}" type="pres">
      <dgm:prSet presAssocID="{89B8D4AD-3964-4D51-A518-62C19BF70687}" presName="hierChild2" presStyleCnt="0"/>
      <dgm:spPr/>
    </dgm:pt>
    <dgm:pt modelId="{3F841C62-5D1C-499F-9989-B86E3C0314CB}" type="pres">
      <dgm:prSet presAssocID="{ADBACB6E-6CA8-4659-B8D5-D135FF3A1BAA}" presName="Name37" presStyleLbl="parChTrans1D2" presStyleIdx="0" presStyleCnt="5"/>
      <dgm:spPr/>
    </dgm:pt>
    <dgm:pt modelId="{2192B8DA-DAC1-4B1E-8B5A-A5C9A0A055E9}" type="pres">
      <dgm:prSet presAssocID="{B6E21CBE-E803-4D97-854D-0D70E5F0D5F4}" presName="hierRoot2" presStyleCnt="0">
        <dgm:presLayoutVars>
          <dgm:hierBranch val="init"/>
        </dgm:presLayoutVars>
      </dgm:prSet>
      <dgm:spPr/>
    </dgm:pt>
    <dgm:pt modelId="{6647B84A-CF6B-4DEA-8E94-92B6297DD72C}" type="pres">
      <dgm:prSet presAssocID="{B6E21CBE-E803-4D97-854D-0D70E5F0D5F4}" presName="rootComposite" presStyleCnt="0"/>
      <dgm:spPr/>
    </dgm:pt>
    <dgm:pt modelId="{90D4E7BE-CAD8-45AC-9D68-44805CF23272}" type="pres">
      <dgm:prSet presAssocID="{B6E21CBE-E803-4D97-854D-0D70E5F0D5F4}" presName="rootText" presStyleLbl="node2" presStyleIdx="0" presStyleCnt="5">
        <dgm:presLayoutVars>
          <dgm:chPref val="3"/>
        </dgm:presLayoutVars>
      </dgm:prSet>
      <dgm:spPr/>
    </dgm:pt>
    <dgm:pt modelId="{6E297F49-5542-42A8-B45C-077168974483}" type="pres">
      <dgm:prSet presAssocID="{B6E21CBE-E803-4D97-854D-0D70E5F0D5F4}" presName="rootConnector" presStyleLbl="node2" presStyleIdx="0" presStyleCnt="5"/>
      <dgm:spPr/>
    </dgm:pt>
    <dgm:pt modelId="{E9BB9FB6-80E0-4F3F-B0E6-5FCFDC24A764}" type="pres">
      <dgm:prSet presAssocID="{B6E21CBE-E803-4D97-854D-0D70E5F0D5F4}" presName="hierChild4" presStyleCnt="0"/>
      <dgm:spPr/>
    </dgm:pt>
    <dgm:pt modelId="{6A8AAE2F-084E-485C-9EA4-3109907F00F7}" type="pres">
      <dgm:prSet presAssocID="{B6E21CBE-E803-4D97-854D-0D70E5F0D5F4}" presName="hierChild5" presStyleCnt="0"/>
      <dgm:spPr/>
    </dgm:pt>
    <dgm:pt modelId="{35D48274-E8FD-40C1-9221-D517F4F8D5A2}" type="pres">
      <dgm:prSet presAssocID="{64C1AE5B-607D-4A54-B849-9F015AED9B69}" presName="Name111" presStyleLbl="parChTrans1D3" presStyleIdx="0" presStyleCnt="12"/>
      <dgm:spPr/>
    </dgm:pt>
    <dgm:pt modelId="{5FC8F78C-DAD3-4EF8-85CE-84A935887C10}" type="pres">
      <dgm:prSet presAssocID="{6798749C-5FFF-48AC-9BDE-72F0A5CD7714}" presName="hierRoot3" presStyleCnt="0">
        <dgm:presLayoutVars>
          <dgm:hierBranch val="init"/>
        </dgm:presLayoutVars>
      </dgm:prSet>
      <dgm:spPr/>
    </dgm:pt>
    <dgm:pt modelId="{21E7FE83-47B1-4D58-9FBA-8D1633E3523D}" type="pres">
      <dgm:prSet presAssocID="{6798749C-5FFF-48AC-9BDE-72F0A5CD7714}" presName="rootComposite3" presStyleCnt="0"/>
      <dgm:spPr/>
    </dgm:pt>
    <dgm:pt modelId="{AF465395-6967-4390-8354-2B74C756F202}" type="pres">
      <dgm:prSet presAssocID="{6798749C-5FFF-48AC-9BDE-72F0A5CD7714}" presName="rootText3" presStyleLbl="asst2" presStyleIdx="0" presStyleCnt="12">
        <dgm:presLayoutVars>
          <dgm:chPref val="3"/>
        </dgm:presLayoutVars>
      </dgm:prSet>
      <dgm:spPr/>
    </dgm:pt>
    <dgm:pt modelId="{BFA39412-3310-4D7E-A20B-2EA87F3C1A08}" type="pres">
      <dgm:prSet presAssocID="{6798749C-5FFF-48AC-9BDE-72F0A5CD7714}" presName="rootConnector3" presStyleLbl="asst2" presStyleIdx="0" presStyleCnt="12"/>
      <dgm:spPr/>
    </dgm:pt>
    <dgm:pt modelId="{0F32E119-86BF-46C4-AD81-7D208FCF3EEF}" type="pres">
      <dgm:prSet presAssocID="{6798749C-5FFF-48AC-9BDE-72F0A5CD7714}" presName="hierChild6" presStyleCnt="0"/>
      <dgm:spPr/>
    </dgm:pt>
    <dgm:pt modelId="{B1BADD65-6E9D-4493-BFFA-66F10EA8EBE7}" type="pres">
      <dgm:prSet presAssocID="{6798749C-5FFF-48AC-9BDE-72F0A5CD7714}" presName="hierChild7" presStyleCnt="0"/>
      <dgm:spPr/>
    </dgm:pt>
    <dgm:pt modelId="{EEF3457C-7A73-4F7C-8E22-2EFA5151828A}" type="pres">
      <dgm:prSet presAssocID="{2974C1AF-764A-40AA-8C7B-B0ECCA55A281}" presName="Name111" presStyleLbl="parChTrans1D3" presStyleIdx="1" presStyleCnt="12"/>
      <dgm:spPr/>
    </dgm:pt>
    <dgm:pt modelId="{6636A86D-B6BE-4B64-A074-EC6ECFB61CA3}" type="pres">
      <dgm:prSet presAssocID="{7FEFE187-999D-4523-B585-6D9EE3ED6365}" presName="hierRoot3" presStyleCnt="0">
        <dgm:presLayoutVars>
          <dgm:hierBranch val="init"/>
        </dgm:presLayoutVars>
      </dgm:prSet>
      <dgm:spPr/>
    </dgm:pt>
    <dgm:pt modelId="{67A761EC-33B1-4193-AD19-8B3099FA6FD5}" type="pres">
      <dgm:prSet presAssocID="{7FEFE187-999D-4523-B585-6D9EE3ED6365}" presName="rootComposite3" presStyleCnt="0"/>
      <dgm:spPr/>
    </dgm:pt>
    <dgm:pt modelId="{4DDEA8E2-8E82-4757-8235-9463C5180FE4}" type="pres">
      <dgm:prSet presAssocID="{7FEFE187-999D-4523-B585-6D9EE3ED6365}" presName="rootText3" presStyleLbl="asst2" presStyleIdx="1" presStyleCnt="12">
        <dgm:presLayoutVars>
          <dgm:chPref val="3"/>
        </dgm:presLayoutVars>
      </dgm:prSet>
      <dgm:spPr/>
    </dgm:pt>
    <dgm:pt modelId="{7C631842-D833-42E0-BE20-06ADF6FEAE9E}" type="pres">
      <dgm:prSet presAssocID="{7FEFE187-999D-4523-B585-6D9EE3ED6365}" presName="rootConnector3" presStyleLbl="asst2" presStyleIdx="1" presStyleCnt="12"/>
      <dgm:spPr/>
    </dgm:pt>
    <dgm:pt modelId="{DE358CC9-805E-4795-BCD0-06EE738653D9}" type="pres">
      <dgm:prSet presAssocID="{7FEFE187-999D-4523-B585-6D9EE3ED6365}" presName="hierChild6" presStyleCnt="0"/>
      <dgm:spPr/>
    </dgm:pt>
    <dgm:pt modelId="{65EDCB5E-B535-4F5A-A720-310F82FE4881}" type="pres">
      <dgm:prSet presAssocID="{7FEFE187-999D-4523-B585-6D9EE3ED6365}" presName="hierChild7" presStyleCnt="0"/>
      <dgm:spPr/>
    </dgm:pt>
    <dgm:pt modelId="{49C2A08D-726C-4CAE-852C-18DF718DD24F}" type="pres">
      <dgm:prSet presAssocID="{FC11AC0E-F4F1-4752-AD57-5FB6DA3E9C42}" presName="Name37" presStyleLbl="parChTrans1D2" presStyleIdx="1" presStyleCnt="5"/>
      <dgm:spPr/>
    </dgm:pt>
    <dgm:pt modelId="{37C07B0B-500D-4659-AA55-28178A7A10F6}" type="pres">
      <dgm:prSet presAssocID="{85A0BE74-A48B-43C5-AACF-A326AEB8FE7F}" presName="hierRoot2" presStyleCnt="0">
        <dgm:presLayoutVars>
          <dgm:hierBranch val="init"/>
        </dgm:presLayoutVars>
      </dgm:prSet>
      <dgm:spPr/>
    </dgm:pt>
    <dgm:pt modelId="{1D68FB34-4E9E-4BFA-AEC7-03AF0302C313}" type="pres">
      <dgm:prSet presAssocID="{85A0BE74-A48B-43C5-AACF-A326AEB8FE7F}" presName="rootComposite" presStyleCnt="0"/>
      <dgm:spPr/>
    </dgm:pt>
    <dgm:pt modelId="{4A63AB9B-F9C3-4D1E-BA04-422E2263E1C5}" type="pres">
      <dgm:prSet presAssocID="{85A0BE74-A48B-43C5-AACF-A326AEB8FE7F}" presName="rootText" presStyleLbl="node2" presStyleIdx="1" presStyleCnt="5">
        <dgm:presLayoutVars>
          <dgm:chPref val="3"/>
        </dgm:presLayoutVars>
      </dgm:prSet>
      <dgm:spPr/>
    </dgm:pt>
    <dgm:pt modelId="{35554AE4-C18C-4324-88BF-D9957F354CCC}" type="pres">
      <dgm:prSet presAssocID="{85A0BE74-A48B-43C5-AACF-A326AEB8FE7F}" presName="rootConnector" presStyleLbl="node2" presStyleIdx="1" presStyleCnt="5"/>
      <dgm:spPr/>
    </dgm:pt>
    <dgm:pt modelId="{D33E224A-F69D-418C-B1D4-442B95782242}" type="pres">
      <dgm:prSet presAssocID="{85A0BE74-A48B-43C5-AACF-A326AEB8FE7F}" presName="hierChild4" presStyleCnt="0"/>
      <dgm:spPr/>
    </dgm:pt>
    <dgm:pt modelId="{8E80EB93-F7B2-4897-8949-524F264DF6AD}" type="pres">
      <dgm:prSet presAssocID="{85A0BE74-A48B-43C5-AACF-A326AEB8FE7F}" presName="hierChild5" presStyleCnt="0"/>
      <dgm:spPr/>
    </dgm:pt>
    <dgm:pt modelId="{27665643-31C2-42D0-BCE9-B2D4E0865BB0}" type="pres">
      <dgm:prSet presAssocID="{527FCB45-C060-4C04-9843-81BC624BCFE5}" presName="Name111" presStyleLbl="parChTrans1D3" presStyleIdx="2" presStyleCnt="12"/>
      <dgm:spPr/>
    </dgm:pt>
    <dgm:pt modelId="{0F5AF6D8-B0B8-47A0-935A-3DD136B1E4F3}" type="pres">
      <dgm:prSet presAssocID="{996DD119-89A0-463A-9B9B-F036D26A5391}" presName="hierRoot3" presStyleCnt="0">
        <dgm:presLayoutVars>
          <dgm:hierBranch val="init"/>
        </dgm:presLayoutVars>
      </dgm:prSet>
      <dgm:spPr/>
    </dgm:pt>
    <dgm:pt modelId="{50A0F568-24B1-49CB-9C8F-A079B9036638}" type="pres">
      <dgm:prSet presAssocID="{996DD119-89A0-463A-9B9B-F036D26A5391}" presName="rootComposite3" presStyleCnt="0"/>
      <dgm:spPr/>
    </dgm:pt>
    <dgm:pt modelId="{CE610891-3A22-4A6A-8D30-75FD03BF8B5F}" type="pres">
      <dgm:prSet presAssocID="{996DD119-89A0-463A-9B9B-F036D26A5391}" presName="rootText3" presStyleLbl="asst2" presStyleIdx="2" presStyleCnt="12">
        <dgm:presLayoutVars>
          <dgm:chPref val="3"/>
        </dgm:presLayoutVars>
      </dgm:prSet>
      <dgm:spPr/>
    </dgm:pt>
    <dgm:pt modelId="{72BC71F2-C312-4C8B-AC4A-FF71807B1888}" type="pres">
      <dgm:prSet presAssocID="{996DD119-89A0-463A-9B9B-F036D26A5391}" presName="rootConnector3" presStyleLbl="asst2" presStyleIdx="2" presStyleCnt="12"/>
      <dgm:spPr/>
    </dgm:pt>
    <dgm:pt modelId="{08122F0C-DC56-4987-861C-2338D5D90C3F}" type="pres">
      <dgm:prSet presAssocID="{996DD119-89A0-463A-9B9B-F036D26A5391}" presName="hierChild6" presStyleCnt="0"/>
      <dgm:spPr/>
    </dgm:pt>
    <dgm:pt modelId="{CCA7810C-23DE-49A5-97A4-33A928E609AB}" type="pres">
      <dgm:prSet presAssocID="{996DD119-89A0-463A-9B9B-F036D26A5391}" presName="hierChild7" presStyleCnt="0"/>
      <dgm:spPr/>
    </dgm:pt>
    <dgm:pt modelId="{AB5BA5E8-A1F9-4CA5-8DAE-53CEAB6A0632}" type="pres">
      <dgm:prSet presAssocID="{A96905FA-BDE9-44B2-9E8F-7826F6E48393}" presName="Name111" presStyleLbl="parChTrans1D3" presStyleIdx="3" presStyleCnt="12"/>
      <dgm:spPr/>
    </dgm:pt>
    <dgm:pt modelId="{7929F80E-F696-49F2-A928-7C57C2E0B072}" type="pres">
      <dgm:prSet presAssocID="{9CDF19F9-F856-4182-A4E2-C0F2AD8A5F9B}" presName="hierRoot3" presStyleCnt="0">
        <dgm:presLayoutVars>
          <dgm:hierBranch val="init"/>
        </dgm:presLayoutVars>
      </dgm:prSet>
      <dgm:spPr/>
    </dgm:pt>
    <dgm:pt modelId="{82A0B54E-26D8-4A5C-B021-6AE9D3D90A3E}" type="pres">
      <dgm:prSet presAssocID="{9CDF19F9-F856-4182-A4E2-C0F2AD8A5F9B}" presName="rootComposite3" presStyleCnt="0"/>
      <dgm:spPr/>
    </dgm:pt>
    <dgm:pt modelId="{BCFACCC6-0C0D-442C-BB77-9CC8EDDB885F}" type="pres">
      <dgm:prSet presAssocID="{9CDF19F9-F856-4182-A4E2-C0F2AD8A5F9B}" presName="rootText3" presStyleLbl="asst2" presStyleIdx="3" presStyleCnt="12">
        <dgm:presLayoutVars>
          <dgm:chPref val="3"/>
        </dgm:presLayoutVars>
      </dgm:prSet>
      <dgm:spPr/>
    </dgm:pt>
    <dgm:pt modelId="{C71B42A9-CECB-4BE8-A47C-B22B72B9C93E}" type="pres">
      <dgm:prSet presAssocID="{9CDF19F9-F856-4182-A4E2-C0F2AD8A5F9B}" presName="rootConnector3" presStyleLbl="asst2" presStyleIdx="3" presStyleCnt="12"/>
      <dgm:spPr/>
    </dgm:pt>
    <dgm:pt modelId="{275AC27B-93B1-45BD-94BA-FAEC7232D277}" type="pres">
      <dgm:prSet presAssocID="{9CDF19F9-F856-4182-A4E2-C0F2AD8A5F9B}" presName="hierChild6" presStyleCnt="0"/>
      <dgm:spPr/>
    </dgm:pt>
    <dgm:pt modelId="{E956E581-9C7B-4286-8EA8-AC66B7EE5EA8}" type="pres">
      <dgm:prSet presAssocID="{9CDF19F9-F856-4182-A4E2-C0F2AD8A5F9B}" presName="hierChild7" presStyleCnt="0"/>
      <dgm:spPr/>
    </dgm:pt>
    <dgm:pt modelId="{6BBC9301-EB37-4C70-A2E9-52272353E8C6}" type="pres">
      <dgm:prSet presAssocID="{888A7CBF-BC18-41D5-8833-59B960DC3B49}" presName="Name111" presStyleLbl="parChTrans1D3" presStyleIdx="4" presStyleCnt="12"/>
      <dgm:spPr/>
    </dgm:pt>
    <dgm:pt modelId="{1A60CD78-A8E0-4D3E-8800-E7B1D3B1A33C}" type="pres">
      <dgm:prSet presAssocID="{EEC868A0-97ED-43FA-A371-89F3240D83B3}" presName="hierRoot3" presStyleCnt="0">
        <dgm:presLayoutVars>
          <dgm:hierBranch val="init"/>
        </dgm:presLayoutVars>
      </dgm:prSet>
      <dgm:spPr/>
    </dgm:pt>
    <dgm:pt modelId="{55F2BB3C-3918-4058-8CAB-86D56BA8FFC3}" type="pres">
      <dgm:prSet presAssocID="{EEC868A0-97ED-43FA-A371-89F3240D83B3}" presName="rootComposite3" presStyleCnt="0"/>
      <dgm:spPr/>
    </dgm:pt>
    <dgm:pt modelId="{D7DAB8D9-4B29-416E-ABF6-A46EEA6C6336}" type="pres">
      <dgm:prSet presAssocID="{EEC868A0-97ED-43FA-A371-89F3240D83B3}" presName="rootText3" presStyleLbl="asst2" presStyleIdx="4" presStyleCnt="12">
        <dgm:presLayoutVars>
          <dgm:chPref val="3"/>
        </dgm:presLayoutVars>
      </dgm:prSet>
      <dgm:spPr/>
    </dgm:pt>
    <dgm:pt modelId="{3B1588D9-D697-414A-831F-9578B0BA9FB6}" type="pres">
      <dgm:prSet presAssocID="{EEC868A0-97ED-43FA-A371-89F3240D83B3}" presName="rootConnector3" presStyleLbl="asst2" presStyleIdx="4" presStyleCnt="12"/>
      <dgm:spPr/>
    </dgm:pt>
    <dgm:pt modelId="{5B1C9B82-E62D-49F0-BC01-4755145637DF}" type="pres">
      <dgm:prSet presAssocID="{EEC868A0-97ED-43FA-A371-89F3240D83B3}" presName="hierChild6" presStyleCnt="0"/>
      <dgm:spPr/>
    </dgm:pt>
    <dgm:pt modelId="{37C06BBB-755E-41C2-AF8A-05E06587A580}" type="pres">
      <dgm:prSet presAssocID="{EEC868A0-97ED-43FA-A371-89F3240D83B3}" presName="hierChild7" presStyleCnt="0"/>
      <dgm:spPr/>
    </dgm:pt>
    <dgm:pt modelId="{AE9DAF3F-C7CA-4363-8BAF-93F3360B08A2}" type="pres">
      <dgm:prSet presAssocID="{352D30E0-9436-4011-AC33-FADAB54B183C}" presName="Name111" presStyleLbl="parChTrans1D3" presStyleIdx="5" presStyleCnt="12"/>
      <dgm:spPr/>
    </dgm:pt>
    <dgm:pt modelId="{EB38954D-E53E-4928-8AF6-0127279C3EED}" type="pres">
      <dgm:prSet presAssocID="{979FC2B7-7686-4196-B9D1-C249E3A4390B}" presName="hierRoot3" presStyleCnt="0">
        <dgm:presLayoutVars>
          <dgm:hierBranch val="init"/>
        </dgm:presLayoutVars>
      </dgm:prSet>
      <dgm:spPr/>
    </dgm:pt>
    <dgm:pt modelId="{BB9E3977-4479-4B37-8F7B-2C91279C68E8}" type="pres">
      <dgm:prSet presAssocID="{979FC2B7-7686-4196-B9D1-C249E3A4390B}" presName="rootComposite3" presStyleCnt="0"/>
      <dgm:spPr/>
    </dgm:pt>
    <dgm:pt modelId="{9B920E7D-6433-4909-BD68-260033B81BE8}" type="pres">
      <dgm:prSet presAssocID="{979FC2B7-7686-4196-B9D1-C249E3A4390B}" presName="rootText3" presStyleLbl="asst2" presStyleIdx="5" presStyleCnt="12" custLinFactNeighborX="-857" custLinFactNeighborY="5142">
        <dgm:presLayoutVars>
          <dgm:chPref val="3"/>
        </dgm:presLayoutVars>
      </dgm:prSet>
      <dgm:spPr/>
    </dgm:pt>
    <dgm:pt modelId="{B43C1007-E2F6-418E-9EEB-F2434EB27224}" type="pres">
      <dgm:prSet presAssocID="{979FC2B7-7686-4196-B9D1-C249E3A4390B}" presName="rootConnector3" presStyleLbl="asst2" presStyleIdx="5" presStyleCnt="12"/>
      <dgm:spPr/>
    </dgm:pt>
    <dgm:pt modelId="{E2542572-EC02-41F0-9A3A-F5B33D90EAD7}" type="pres">
      <dgm:prSet presAssocID="{979FC2B7-7686-4196-B9D1-C249E3A4390B}" presName="hierChild6" presStyleCnt="0"/>
      <dgm:spPr/>
    </dgm:pt>
    <dgm:pt modelId="{EF886198-AFC6-462C-8478-3F916CC324EC}" type="pres">
      <dgm:prSet presAssocID="{979FC2B7-7686-4196-B9D1-C249E3A4390B}" presName="hierChild7" presStyleCnt="0"/>
      <dgm:spPr/>
    </dgm:pt>
    <dgm:pt modelId="{2B815B01-EBE5-4C53-9EDD-FE2D88277A11}" type="pres">
      <dgm:prSet presAssocID="{DE5BF669-52F2-4AD3-911B-69B3DD29B042}" presName="Name37" presStyleLbl="parChTrans1D2" presStyleIdx="2" presStyleCnt="5"/>
      <dgm:spPr/>
    </dgm:pt>
    <dgm:pt modelId="{4FB40FD0-2DB8-497C-9D06-40BF48C9252E}" type="pres">
      <dgm:prSet presAssocID="{4D3FE93C-E898-4BC5-B1BD-583220BE7CD8}" presName="hierRoot2" presStyleCnt="0">
        <dgm:presLayoutVars>
          <dgm:hierBranch val="init"/>
        </dgm:presLayoutVars>
      </dgm:prSet>
      <dgm:spPr/>
    </dgm:pt>
    <dgm:pt modelId="{9DCA29CB-A482-402E-ACC1-8AE7593C360A}" type="pres">
      <dgm:prSet presAssocID="{4D3FE93C-E898-4BC5-B1BD-583220BE7CD8}" presName="rootComposite" presStyleCnt="0"/>
      <dgm:spPr/>
    </dgm:pt>
    <dgm:pt modelId="{CD0E8E62-85D7-41B1-93FD-580C9D116847}" type="pres">
      <dgm:prSet presAssocID="{4D3FE93C-E898-4BC5-B1BD-583220BE7CD8}" presName="rootText" presStyleLbl="node2" presStyleIdx="2" presStyleCnt="5">
        <dgm:presLayoutVars>
          <dgm:chPref val="3"/>
        </dgm:presLayoutVars>
      </dgm:prSet>
      <dgm:spPr/>
    </dgm:pt>
    <dgm:pt modelId="{FDCACB14-8B56-4D73-A157-D43D97E87D44}" type="pres">
      <dgm:prSet presAssocID="{4D3FE93C-E898-4BC5-B1BD-583220BE7CD8}" presName="rootConnector" presStyleLbl="node2" presStyleIdx="2" presStyleCnt="5"/>
      <dgm:spPr/>
    </dgm:pt>
    <dgm:pt modelId="{573BE765-C4C7-4D4F-B285-A6C2B8C4E08C}" type="pres">
      <dgm:prSet presAssocID="{4D3FE93C-E898-4BC5-B1BD-583220BE7CD8}" presName="hierChild4" presStyleCnt="0"/>
      <dgm:spPr/>
    </dgm:pt>
    <dgm:pt modelId="{6200B414-423C-4878-A79D-98CB856BE4E4}" type="pres">
      <dgm:prSet presAssocID="{4D3FE93C-E898-4BC5-B1BD-583220BE7CD8}" presName="hierChild5" presStyleCnt="0"/>
      <dgm:spPr/>
    </dgm:pt>
    <dgm:pt modelId="{BBF0D46E-EF56-4EB2-9738-ED9C5A7DD8A7}" type="pres">
      <dgm:prSet presAssocID="{E53219B5-83DE-4540-94B2-8F1677CACC09}" presName="Name111" presStyleLbl="parChTrans1D3" presStyleIdx="6" presStyleCnt="12"/>
      <dgm:spPr/>
    </dgm:pt>
    <dgm:pt modelId="{F8FC27C0-9394-47F6-B5E5-48334EDAA707}" type="pres">
      <dgm:prSet presAssocID="{0ACA1E09-BD2A-4EAB-89C4-F55529D9C3C0}" presName="hierRoot3" presStyleCnt="0">
        <dgm:presLayoutVars>
          <dgm:hierBranch val="init"/>
        </dgm:presLayoutVars>
      </dgm:prSet>
      <dgm:spPr/>
    </dgm:pt>
    <dgm:pt modelId="{F205BC78-4247-41A0-B8E0-5FB1A8C9465C}" type="pres">
      <dgm:prSet presAssocID="{0ACA1E09-BD2A-4EAB-89C4-F55529D9C3C0}" presName="rootComposite3" presStyleCnt="0"/>
      <dgm:spPr/>
    </dgm:pt>
    <dgm:pt modelId="{7CAEDC36-9867-47E5-AD2F-D94D87BC998A}" type="pres">
      <dgm:prSet presAssocID="{0ACA1E09-BD2A-4EAB-89C4-F55529D9C3C0}" presName="rootText3" presStyleLbl="asst2" presStyleIdx="6" presStyleCnt="12">
        <dgm:presLayoutVars>
          <dgm:chPref val="3"/>
        </dgm:presLayoutVars>
      </dgm:prSet>
      <dgm:spPr/>
    </dgm:pt>
    <dgm:pt modelId="{2EFDFB9A-2E87-471F-AA07-D5CE644F02FE}" type="pres">
      <dgm:prSet presAssocID="{0ACA1E09-BD2A-4EAB-89C4-F55529D9C3C0}" presName="rootConnector3" presStyleLbl="asst2" presStyleIdx="6" presStyleCnt="12"/>
      <dgm:spPr/>
    </dgm:pt>
    <dgm:pt modelId="{301C66F0-7096-4D13-BF83-20DCD4721D7E}" type="pres">
      <dgm:prSet presAssocID="{0ACA1E09-BD2A-4EAB-89C4-F55529D9C3C0}" presName="hierChild6" presStyleCnt="0"/>
      <dgm:spPr/>
    </dgm:pt>
    <dgm:pt modelId="{8CF8BB87-F735-43A3-A781-40E1569BDB43}" type="pres">
      <dgm:prSet presAssocID="{0ACA1E09-BD2A-4EAB-89C4-F55529D9C3C0}" presName="hierChild7" presStyleCnt="0"/>
      <dgm:spPr/>
    </dgm:pt>
    <dgm:pt modelId="{1616658F-FB4D-4A75-A81A-BF222685958F}" type="pres">
      <dgm:prSet presAssocID="{87F22F13-34A9-4D48-88B4-088FDB032750}" presName="Name111" presStyleLbl="parChTrans1D3" presStyleIdx="7" presStyleCnt="12"/>
      <dgm:spPr/>
    </dgm:pt>
    <dgm:pt modelId="{E2AEF0E6-E72B-4D4F-AD61-9B94473B32B2}" type="pres">
      <dgm:prSet presAssocID="{D87225C5-FE54-4692-8278-4EE9CFFB54BD}" presName="hierRoot3" presStyleCnt="0">
        <dgm:presLayoutVars>
          <dgm:hierBranch val="init"/>
        </dgm:presLayoutVars>
      </dgm:prSet>
      <dgm:spPr/>
    </dgm:pt>
    <dgm:pt modelId="{55632F82-B724-41EE-AB74-51B0DE7A2E6C}" type="pres">
      <dgm:prSet presAssocID="{D87225C5-FE54-4692-8278-4EE9CFFB54BD}" presName="rootComposite3" presStyleCnt="0"/>
      <dgm:spPr/>
    </dgm:pt>
    <dgm:pt modelId="{40F1A870-F563-4992-83A0-D13308026164}" type="pres">
      <dgm:prSet presAssocID="{D87225C5-FE54-4692-8278-4EE9CFFB54BD}" presName="rootText3" presStyleLbl="asst2" presStyleIdx="7" presStyleCnt="12">
        <dgm:presLayoutVars>
          <dgm:chPref val="3"/>
        </dgm:presLayoutVars>
      </dgm:prSet>
      <dgm:spPr/>
    </dgm:pt>
    <dgm:pt modelId="{9E7427A6-020A-4078-99FC-2FDF850AB637}" type="pres">
      <dgm:prSet presAssocID="{D87225C5-FE54-4692-8278-4EE9CFFB54BD}" presName="rootConnector3" presStyleLbl="asst2" presStyleIdx="7" presStyleCnt="12"/>
      <dgm:spPr/>
    </dgm:pt>
    <dgm:pt modelId="{D5FEB7F3-505A-4DCA-B7B6-13C2801A9BE6}" type="pres">
      <dgm:prSet presAssocID="{D87225C5-FE54-4692-8278-4EE9CFFB54BD}" presName="hierChild6" presStyleCnt="0"/>
      <dgm:spPr/>
    </dgm:pt>
    <dgm:pt modelId="{4F9CAA80-D60C-4CCE-B9F5-B31A4FAEAF37}" type="pres">
      <dgm:prSet presAssocID="{D87225C5-FE54-4692-8278-4EE9CFFB54BD}" presName="hierChild7" presStyleCnt="0"/>
      <dgm:spPr/>
    </dgm:pt>
    <dgm:pt modelId="{FC9E6C22-902D-4CDB-9BAB-5B47D10A3471}" type="pres">
      <dgm:prSet presAssocID="{3B61F059-54B8-416F-943B-D747F6122D84}" presName="Name37" presStyleLbl="parChTrans1D2" presStyleIdx="3" presStyleCnt="5"/>
      <dgm:spPr/>
    </dgm:pt>
    <dgm:pt modelId="{E831FE66-2CDD-4982-926F-CDB913DE0161}" type="pres">
      <dgm:prSet presAssocID="{DFBB2143-C461-4A52-9F2D-83CC4D944837}" presName="hierRoot2" presStyleCnt="0">
        <dgm:presLayoutVars>
          <dgm:hierBranch val="init"/>
        </dgm:presLayoutVars>
      </dgm:prSet>
      <dgm:spPr/>
    </dgm:pt>
    <dgm:pt modelId="{DB89DCDD-DD4B-40C3-BA77-C63A035080EC}" type="pres">
      <dgm:prSet presAssocID="{DFBB2143-C461-4A52-9F2D-83CC4D944837}" presName="rootComposite" presStyleCnt="0"/>
      <dgm:spPr/>
    </dgm:pt>
    <dgm:pt modelId="{4A059427-76EB-48CB-8ABA-984AA6C3773E}" type="pres">
      <dgm:prSet presAssocID="{DFBB2143-C461-4A52-9F2D-83CC4D944837}" presName="rootText" presStyleLbl="node2" presStyleIdx="3" presStyleCnt="5">
        <dgm:presLayoutVars>
          <dgm:chPref val="3"/>
        </dgm:presLayoutVars>
      </dgm:prSet>
      <dgm:spPr/>
    </dgm:pt>
    <dgm:pt modelId="{19C7C396-89D4-419F-ACE2-3E8C488062D7}" type="pres">
      <dgm:prSet presAssocID="{DFBB2143-C461-4A52-9F2D-83CC4D944837}" presName="rootConnector" presStyleLbl="node2" presStyleIdx="3" presStyleCnt="5"/>
      <dgm:spPr/>
    </dgm:pt>
    <dgm:pt modelId="{8509D4D6-AEEE-47FA-A469-7CABA3DA7509}" type="pres">
      <dgm:prSet presAssocID="{DFBB2143-C461-4A52-9F2D-83CC4D944837}" presName="hierChild4" presStyleCnt="0"/>
      <dgm:spPr/>
    </dgm:pt>
    <dgm:pt modelId="{0F03F113-6956-4386-A516-A41E6F7E4D80}" type="pres">
      <dgm:prSet presAssocID="{DFBB2143-C461-4A52-9F2D-83CC4D944837}" presName="hierChild5" presStyleCnt="0"/>
      <dgm:spPr/>
    </dgm:pt>
    <dgm:pt modelId="{527A6C02-21B3-4AA8-8913-E8E4407190F3}" type="pres">
      <dgm:prSet presAssocID="{A5A2D460-EA49-415C-8DFE-B801D739F57A}" presName="Name111" presStyleLbl="parChTrans1D3" presStyleIdx="8" presStyleCnt="12"/>
      <dgm:spPr/>
    </dgm:pt>
    <dgm:pt modelId="{A5A2C0DA-A44C-4A3B-9884-5897FB25D329}" type="pres">
      <dgm:prSet presAssocID="{8EAEF757-2189-4C1E-954A-23693E34587E}" presName="hierRoot3" presStyleCnt="0">
        <dgm:presLayoutVars>
          <dgm:hierBranch val="init"/>
        </dgm:presLayoutVars>
      </dgm:prSet>
      <dgm:spPr/>
    </dgm:pt>
    <dgm:pt modelId="{AFD37708-F00F-461C-B95A-C0A77F0B208B}" type="pres">
      <dgm:prSet presAssocID="{8EAEF757-2189-4C1E-954A-23693E34587E}" presName="rootComposite3" presStyleCnt="0"/>
      <dgm:spPr/>
    </dgm:pt>
    <dgm:pt modelId="{7797A2BD-E85A-425D-9E2E-50ADC0AB75BD}" type="pres">
      <dgm:prSet presAssocID="{8EAEF757-2189-4C1E-954A-23693E34587E}" presName="rootText3" presStyleLbl="asst2" presStyleIdx="8" presStyleCnt="12">
        <dgm:presLayoutVars>
          <dgm:chPref val="3"/>
        </dgm:presLayoutVars>
      </dgm:prSet>
      <dgm:spPr/>
    </dgm:pt>
    <dgm:pt modelId="{B5243923-6DD7-4CF1-8C0E-992D2610F7CF}" type="pres">
      <dgm:prSet presAssocID="{8EAEF757-2189-4C1E-954A-23693E34587E}" presName="rootConnector3" presStyleLbl="asst2" presStyleIdx="8" presStyleCnt="12"/>
      <dgm:spPr/>
    </dgm:pt>
    <dgm:pt modelId="{CB402BDE-B466-4A6A-8C60-9802C10DB86B}" type="pres">
      <dgm:prSet presAssocID="{8EAEF757-2189-4C1E-954A-23693E34587E}" presName="hierChild6" presStyleCnt="0"/>
      <dgm:spPr/>
    </dgm:pt>
    <dgm:pt modelId="{EE4407FE-D45C-4FF2-8368-190936B241B2}" type="pres">
      <dgm:prSet presAssocID="{8EAEF757-2189-4C1E-954A-23693E34587E}" presName="hierChild7" presStyleCnt="0"/>
      <dgm:spPr/>
    </dgm:pt>
    <dgm:pt modelId="{2CDAFEAB-0701-432D-8B80-9E7C5E8A8D3F}" type="pres">
      <dgm:prSet presAssocID="{41B845B6-AF71-4355-B038-F6A399FF7C62}" presName="Name111" presStyleLbl="parChTrans1D3" presStyleIdx="9" presStyleCnt="12"/>
      <dgm:spPr/>
    </dgm:pt>
    <dgm:pt modelId="{7C3D5EF6-41BA-4E3C-AEA9-C327FE1D3511}" type="pres">
      <dgm:prSet presAssocID="{36037A64-7EFE-42AC-A883-6FD4309295E9}" presName="hierRoot3" presStyleCnt="0">
        <dgm:presLayoutVars>
          <dgm:hierBranch val="init"/>
        </dgm:presLayoutVars>
      </dgm:prSet>
      <dgm:spPr/>
    </dgm:pt>
    <dgm:pt modelId="{65C67B83-5A50-4523-878F-FFA303011728}" type="pres">
      <dgm:prSet presAssocID="{36037A64-7EFE-42AC-A883-6FD4309295E9}" presName="rootComposite3" presStyleCnt="0"/>
      <dgm:spPr/>
    </dgm:pt>
    <dgm:pt modelId="{72CCF2EE-C800-4F43-9E0E-167CF3F8D991}" type="pres">
      <dgm:prSet presAssocID="{36037A64-7EFE-42AC-A883-6FD4309295E9}" presName="rootText3" presStyleLbl="asst2" presStyleIdx="9" presStyleCnt="12">
        <dgm:presLayoutVars>
          <dgm:chPref val="3"/>
        </dgm:presLayoutVars>
      </dgm:prSet>
      <dgm:spPr/>
    </dgm:pt>
    <dgm:pt modelId="{5200E439-F68D-405B-830F-DD21476925F5}" type="pres">
      <dgm:prSet presAssocID="{36037A64-7EFE-42AC-A883-6FD4309295E9}" presName="rootConnector3" presStyleLbl="asst2" presStyleIdx="9" presStyleCnt="12"/>
      <dgm:spPr/>
    </dgm:pt>
    <dgm:pt modelId="{06933E69-0F4E-458E-AA6E-7969849F109C}" type="pres">
      <dgm:prSet presAssocID="{36037A64-7EFE-42AC-A883-6FD4309295E9}" presName="hierChild6" presStyleCnt="0"/>
      <dgm:spPr/>
    </dgm:pt>
    <dgm:pt modelId="{6F9926AB-8107-4B85-B1A2-D999662DF48E}" type="pres">
      <dgm:prSet presAssocID="{36037A64-7EFE-42AC-A883-6FD4309295E9}" presName="hierChild7" presStyleCnt="0"/>
      <dgm:spPr/>
    </dgm:pt>
    <dgm:pt modelId="{2B7C06D6-E995-4A72-9DD1-6344E864D1C5}" type="pres">
      <dgm:prSet presAssocID="{257877F2-17F3-41AC-B549-50C832652B60}" presName="Name37" presStyleLbl="parChTrans1D2" presStyleIdx="4" presStyleCnt="5"/>
      <dgm:spPr/>
    </dgm:pt>
    <dgm:pt modelId="{418CD4B5-B8B3-4BA3-AC1C-A148013D3A6B}" type="pres">
      <dgm:prSet presAssocID="{B06904F3-8CD6-4D22-9F1E-574716B29192}" presName="hierRoot2" presStyleCnt="0">
        <dgm:presLayoutVars>
          <dgm:hierBranch val="init"/>
        </dgm:presLayoutVars>
      </dgm:prSet>
      <dgm:spPr/>
    </dgm:pt>
    <dgm:pt modelId="{AFDE2F5E-1566-46A4-B26E-855AB2C7A6EE}" type="pres">
      <dgm:prSet presAssocID="{B06904F3-8CD6-4D22-9F1E-574716B29192}" presName="rootComposite" presStyleCnt="0"/>
      <dgm:spPr/>
    </dgm:pt>
    <dgm:pt modelId="{39D31D31-14CA-46BC-886C-47EA8A626F86}" type="pres">
      <dgm:prSet presAssocID="{B06904F3-8CD6-4D22-9F1E-574716B29192}" presName="rootText" presStyleLbl="node2" presStyleIdx="4" presStyleCnt="5">
        <dgm:presLayoutVars>
          <dgm:chPref val="3"/>
        </dgm:presLayoutVars>
      </dgm:prSet>
      <dgm:spPr/>
    </dgm:pt>
    <dgm:pt modelId="{D0339872-60C2-49EA-A150-7E096F076DF0}" type="pres">
      <dgm:prSet presAssocID="{B06904F3-8CD6-4D22-9F1E-574716B29192}" presName="rootConnector" presStyleLbl="node2" presStyleIdx="4" presStyleCnt="5"/>
      <dgm:spPr/>
    </dgm:pt>
    <dgm:pt modelId="{1D68374E-F1FE-4920-AB69-3F65FE2AF4AC}" type="pres">
      <dgm:prSet presAssocID="{B06904F3-8CD6-4D22-9F1E-574716B29192}" presName="hierChild4" presStyleCnt="0"/>
      <dgm:spPr/>
    </dgm:pt>
    <dgm:pt modelId="{2EA00A8F-43CE-444F-9D1B-37B268836B1B}" type="pres">
      <dgm:prSet presAssocID="{B06904F3-8CD6-4D22-9F1E-574716B29192}" presName="hierChild5" presStyleCnt="0"/>
      <dgm:spPr/>
    </dgm:pt>
    <dgm:pt modelId="{83D2A2DD-90F3-4CE7-8CCD-93C70C31BDDD}" type="pres">
      <dgm:prSet presAssocID="{B8E672F1-55FF-4655-8CFC-22D0EB5F84EA}" presName="Name111" presStyleLbl="parChTrans1D3" presStyleIdx="10" presStyleCnt="12"/>
      <dgm:spPr/>
    </dgm:pt>
    <dgm:pt modelId="{466DAC1F-62CA-4C0A-92DB-3317F8095FC2}" type="pres">
      <dgm:prSet presAssocID="{3FD7E8A5-07BC-40AE-8B1D-52EAE0CA274D}" presName="hierRoot3" presStyleCnt="0">
        <dgm:presLayoutVars>
          <dgm:hierBranch val="init"/>
        </dgm:presLayoutVars>
      </dgm:prSet>
      <dgm:spPr/>
    </dgm:pt>
    <dgm:pt modelId="{F88096FF-1484-4F2B-85F0-F5AA68838030}" type="pres">
      <dgm:prSet presAssocID="{3FD7E8A5-07BC-40AE-8B1D-52EAE0CA274D}" presName="rootComposite3" presStyleCnt="0"/>
      <dgm:spPr/>
    </dgm:pt>
    <dgm:pt modelId="{9261202B-BB97-4F4D-AECF-9EDE94256159}" type="pres">
      <dgm:prSet presAssocID="{3FD7E8A5-07BC-40AE-8B1D-52EAE0CA274D}" presName="rootText3" presStyleLbl="asst2" presStyleIdx="10" presStyleCnt="12">
        <dgm:presLayoutVars>
          <dgm:chPref val="3"/>
        </dgm:presLayoutVars>
      </dgm:prSet>
      <dgm:spPr/>
    </dgm:pt>
    <dgm:pt modelId="{AA7B3C1B-91EA-4100-82E4-8D89D91975AB}" type="pres">
      <dgm:prSet presAssocID="{3FD7E8A5-07BC-40AE-8B1D-52EAE0CA274D}" presName="rootConnector3" presStyleLbl="asst2" presStyleIdx="10" presStyleCnt="12"/>
      <dgm:spPr/>
    </dgm:pt>
    <dgm:pt modelId="{6B3DADE7-6902-4DB2-A9C4-F8A1C807B329}" type="pres">
      <dgm:prSet presAssocID="{3FD7E8A5-07BC-40AE-8B1D-52EAE0CA274D}" presName="hierChild6" presStyleCnt="0"/>
      <dgm:spPr/>
    </dgm:pt>
    <dgm:pt modelId="{489E42C7-6D26-4CA4-940A-D33F6092A74D}" type="pres">
      <dgm:prSet presAssocID="{3FD7E8A5-07BC-40AE-8B1D-52EAE0CA274D}" presName="hierChild7" presStyleCnt="0"/>
      <dgm:spPr/>
    </dgm:pt>
    <dgm:pt modelId="{9B3D7115-FE37-459B-A6B2-D055997D67B3}" type="pres">
      <dgm:prSet presAssocID="{30934697-C818-495E-88A4-332C6ADB78F2}" presName="Name111" presStyleLbl="parChTrans1D3" presStyleIdx="11" presStyleCnt="12"/>
      <dgm:spPr/>
    </dgm:pt>
    <dgm:pt modelId="{3F436ABE-3DB0-4729-91E4-C36D4DD19894}" type="pres">
      <dgm:prSet presAssocID="{ACC771F9-561E-46F3-8E52-9F0210E8A4E3}" presName="hierRoot3" presStyleCnt="0">
        <dgm:presLayoutVars>
          <dgm:hierBranch val="init"/>
        </dgm:presLayoutVars>
      </dgm:prSet>
      <dgm:spPr/>
    </dgm:pt>
    <dgm:pt modelId="{7B2A8D79-EEF9-40A5-8A62-D7E2C5D23560}" type="pres">
      <dgm:prSet presAssocID="{ACC771F9-561E-46F3-8E52-9F0210E8A4E3}" presName="rootComposite3" presStyleCnt="0"/>
      <dgm:spPr/>
    </dgm:pt>
    <dgm:pt modelId="{E419DD2E-AAC5-486F-87C5-786E3B7E0B27}" type="pres">
      <dgm:prSet presAssocID="{ACC771F9-561E-46F3-8E52-9F0210E8A4E3}" presName="rootText3" presStyleLbl="asst2" presStyleIdx="11" presStyleCnt="12">
        <dgm:presLayoutVars>
          <dgm:chPref val="3"/>
        </dgm:presLayoutVars>
      </dgm:prSet>
      <dgm:spPr/>
    </dgm:pt>
    <dgm:pt modelId="{C2BA5473-9272-48CF-80F9-A9E493FEA086}" type="pres">
      <dgm:prSet presAssocID="{ACC771F9-561E-46F3-8E52-9F0210E8A4E3}" presName="rootConnector3" presStyleLbl="asst2" presStyleIdx="11" presStyleCnt="12"/>
      <dgm:spPr/>
    </dgm:pt>
    <dgm:pt modelId="{D875A495-C379-487F-9CDF-ECBA08EFFFCC}" type="pres">
      <dgm:prSet presAssocID="{ACC771F9-561E-46F3-8E52-9F0210E8A4E3}" presName="hierChild6" presStyleCnt="0"/>
      <dgm:spPr/>
    </dgm:pt>
    <dgm:pt modelId="{CE5592A9-B02B-47AA-A9E7-2FC0D3B00795}" type="pres">
      <dgm:prSet presAssocID="{ACC771F9-561E-46F3-8E52-9F0210E8A4E3}" presName="hierChild7" presStyleCnt="0"/>
      <dgm:spPr/>
    </dgm:pt>
    <dgm:pt modelId="{096F9C93-2D4F-4CE6-8AC6-0CD7EE05B1D8}" type="pres">
      <dgm:prSet presAssocID="{89B8D4AD-3964-4D51-A518-62C19BF70687}" presName="hierChild3" presStyleCnt="0"/>
      <dgm:spPr/>
    </dgm:pt>
  </dgm:ptLst>
  <dgm:cxnLst>
    <dgm:cxn modelId="{B9B68B00-ECB5-44A6-B053-9598D07CCAC4}" type="presOf" srcId="{B06904F3-8CD6-4D22-9F1E-574716B29192}" destId="{39D31D31-14CA-46BC-886C-47EA8A626F86}" srcOrd="0" destOrd="0" presId="urn:microsoft.com/office/officeart/2005/8/layout/orgChart1"/>
    <dgm:cxn modelId="{A7E85703-B9E0-448A-87E8-948DB67D1535}" srcId="{DFBB2143-C461-4A52-9F2D-83CC4D944837}" destId="{8EAEF757-2189-4C1E-954A-23693E34587E}" srcOrd="0" destOrd="0" parTransId="{A5A2D460-EA49-415C-8DFE-B801D739F57A}" sibTransId="{F3A707AF-A014-40BB-90C3-E04F18B9B4EF}"/>
    <dgm:cxn modelId="{6EE81B08-F04C-48B0-8A3C-26D61D256BE1}" type="presOf" srcId="{85A0BE74-A48B-43C5-AACF-A326AEB8FE7F}" destId="{35554AE4-C18C-4324-88BF-D9957F354CCC}" srcOrd="1" destOrd="0" presId="urn:microsoft.com/office/officeart/2005/8/layout/orgChart1"/>
    <dgm:cxn modelId="{36967108-509C-4276-8A5B-5FFC4E5ACD94}" type="presOf" srcId="{DFBB2143-C461-4A52-9F2D-83CC4D944837}" destId="{4A059427-76EB-48CB-8ABA-984AA6C3773E}" srcOrd="0" destOrd="0" presId="urn:microsoft.com/office/officeart/2005/8/layout/orgChart1"/>
    <dgm:cxn modelId="{B91D940B-0BA0-4E6F-A28E-32C8E8ECE3BF}" srcId="{2A4AC7A8-59C8-41C7-B2E1-33921309F46A}" destId="{89B8D4AD-3964-4D51-A518-62C19BF70687}" srcOrd="0" destOrd="0" parTransId="{18DB4C7F-D3AF-4BE7-8116-C9694AF084D0}" sibTransId="{81FA60D4-6AA1-4EBC-B84A-B876CF6A5B15}"/>
    <dgm:cxn modelId="{A48B1211-8C4C-454B-9121-C6C32543A3AE}" type="presOf" srcId="{7FEFE187-999D-4523-B585-6D9EE3ED6365}" destId="{4DDEA8E2-8E82-4757-8235-9463C5180FE4}" srcOrd="0" destOrd="0" presId="urn:microsoft.com/office/officeart/2005/8/layout/orgChart1"/>
    <dgm:cxn modelId="{B55AEE11-9E65-4035-9BE7-ECB555B106EA}" type="presOf" srcId="{B6E21CBE-E803-4D97-854D-0D70E5F0D5F4}" destId="{6E297F49-5542-42A8-B45C-077168974483}" srcOrd="1" destOrd="0" presId="urn:microsoft.com/office/officeart/2005/8/layout/orgChart1"/>
    <dgm:cxn modelId="{6E56D216-A0B9-4796-8B9A-1875610B5C38}" srcId="{89B8D4AD-3964-4D51-A518-62C19BF70687}" destId="{4D3FE93C-E898-4BC5-B1BD-583220BE7CD8}" srcOrd="2" destOrd="0" parTransId="{DE5BF669-52F2-4AD3-911B-69B3DD29B042}" sibTransId="{8C852E2D-07FF-4793-8AEB-77444F7591C7}"/>
    <dgm:cxn modelId="{6C6F8419-DA70-4F17-9591-8233B2D0E5DF}" type="presOf" srcId="{A96905FA-BDE9-44B2-9E8F-7826F6E48393}" destId="{AB5BA5E8-A1F9-4CA5-8DAE-53CEAB6A0632}" srcOrd="0" destOrd="0" presId="urn:microsoft.com/office/officeart/2005/8/layout/orgChart1"/>
    <dgm:cxn modelId="{4DB59320-548C-4262-94A9-FE0335CA4608}" type="presOf" srcId="{89B8D4AD-3964-4D51-A518-62C19BF70687}" destId="{A334CCD3-E051-4DA6-9201-B3DCA30CBEC6}" srcOrd="0" destOrd="0" presId="urn:microsoft.com/office/officeart/2005/8/layout/orgChart1"/>
    <dgm:cxn modelId="{12236529-C241-4DC8-A3FE-844DF9DBA3D5}" srcId="{B6E21CBE-E803-4D97-854D-0D70E5F0D5F4}" destId="{6798749C-5FFF-48AC-9BDE-72F0A5CD7714}" srcOrd="0" destOrd="0" parTransId="{64C1AE5B-607D-4A54-B849-9F015AED9B69}" sibTransId="{412B8C20-DC2C-495F-ABC7-61E2834A4211}"/>
    <dgm:cxn modelId="{F134A230-E77E-42E2-998A-1331FF55D0DA}" srcId="{B6E21CBE-E803-4D97-854D-0D70E5F0D5F4}" destId="{7FEFE187-999D-4523-B585-6D9EE3ED6365}" srcOrd="1" destOrd="0" parTransId="{2974C1AF-764A-40AA-8C7B-B0ECCA55A281}" sibTransId="{B9FDFC7B-6F56-4413-8760-13AFEE37D8EA}"/>
    <dgm:cxn modelId="{CFAFB131-708A-497F-8D37-F972DE2C48A0}" type="presOf" srcId="{D87225C5-FE54-4692-8278-4EE9CFFB54BD}" destId="{40F1A870-F563-4992-83A0-D13308026164}" srcOrd="0" destOrd="0" presId="urn:microsoft.com/office/officeart/2005/8/layout/orgChart1"/>
    <dgm:cxn modelId="{1A77A132-E32C-4DF9-A3AD-59B0F5270D1C}" type="presOf" srcId="{87F22F13-34A9-4D48-88B4-088FDB032750}" destId="{1616658F-FB4D-4A75-A81A-BF222685958F}" srcOrd="0" destOrd="0" presId="urn:microsoft.com/office/officeart/2005/8/layout/orgChart1"/>
    <dgm:cxn modelId="{75C1B332-10B6-4767-A6DE-51FE996C218A}" type="presOf" srcId="{B6E21CBE-E803-4D97-854D-0D70E5F0D5F4}" destId="{90D4E7BE-CAD8-45AC-9D68-44805CF23272}" srcOrd="0" destOrd="0" presId="urn:microsoft.com/office/officeart/2005/8/layout/orgChart1"/>
    <dgm:cxn modelId="{66C10D35-4D05-49BB-89A5-F4C5F799149C}" srcId="{4D3FE93C-E898-4BC5-B1BD-583220BE7CD8}" destId="{D87225C5-FE54-4692-8278-4EE9CFFB54BD}" srcOrd="1" destOrd="0" parTransId="{87F22F13-34A9-4D48-88B4-088FDB032750}" sibTransId="{E9397C9D-D4E5-4645-BD18-1DEABFABDF20}"/>
    <dgm:cxn modelId="{08758137-9F87-4C2B-9E16-2C93EE64F75A}" type="presOf" srcId="{ACC771F9-561E-46F3-8E52-9F0210E8A4E3}" destId="{C2BA5473-9272-48CF-80F9-A9E493FEA086}" srcOrd="1" destOrd="0" presId="urn:microsoft.com/office/officeart/2005/8/layout/orgChart1"/>
    <dgm:cxn modelId="{151C3D3D-CBB3-4ED8-9477-F8593566FC2E}" type="presOf" srcId="{9CDF19F9-F856-4182-A4E2-C0F2AD8A5F9B}" destId="{C71B42A9-CECB-4BE8-A47C-B22B72B9C93E}" srcOrd="1" destOrd="0" presId="urn:microsoft.com/office/officeart/2005/8/layout/orgChart1"/>
    <dgm:cxn modelId="{BFB0B13D-08C6-4DC3-AB18-ACCF625E1FCD}" type="presOf" srcId="{7FEFE187-999D-4523-B585-6D9EE3ED6365}" destId="{7C631842-D833-42E0-BE20-06ADF6FEAE9E}" srcOrd="1" destOrd="0" presId="urn:microsoft.com/office/officeart/2005/8/layout/orgChart1"/>
    <dgm:cxn modelId="{5A05E560-970C-460D-A491-AFBD0373B437}" type="presOf" srcId="{6798749C-5FFF-48AC-9BDE-72F0A5CD7714}" destId="{AF465395-6967-4390-8354-2B74C756F202}" srcOrd="0" destOrd="0" presId="urn:microsoft.com/office/officeart/2005/8/layout/orgChart1"/>
    <dgm:cxn modelId="{BAE8D441-8726-474F-95A1-00F5AE5147B1}" type="presOf" srcId="{0ACA1E09-BD2A-4EAB-89C4-F55529D9C3C0}" destId="{7CAEDC36-9867-47E5-AD2F-D94D87BC998A}" srcOrd="0" destOrd="0" presId="urn:microsoft.com/office/officeart/2005/8/layout/orgChart1"/>
    <dgm:cxn modelId="{281F8364-2AD3-4171-830C-220341851033}" type="presOf" srcId="{8EAEF757-2189-4C1E-954A-23693E34587E}" destId="{7797A2BD-E85A-425D-9E2E-50ADC0AB75BD}" srcOrd="0" destOrd="0" presId="urn:microsoft.com/office/officeart/2005/8/layout/orgChart1"/>
    <dgm:cxn modelId="{90181066-3CA1-4238-90A8-38982E92E02F}" type="presOf" srcId="{85A0BE74-A48B-43C5-AACF-A326AEB8FE7F}" destId="{4A63AB9B-F9C3-4D1E-BA04-422E2263E1C5}" srcOrd="0" destOrd="0" presId="urn:microsoft.com/office/officeart/2005/8/layout/orgChart1"/>
    <dgm:cxn modelId="{79509966-E4F6-48B0-B9D5-CB9892774CA9}" srcId="{DFBB2143-C461-4A52-9F2D-83CC4D944837}" destId="{36037A64-7EFE-42AC-A883-6FD4309295E9}" srcOrd="1" destOrd="0" parTransId="{41B845B6-AF71-4355-B038-F6A399FF7C62}" sibTransId="{4CD0211D-00CC-4665-B50F-473221CEC8AF}"/>
    <dgm:cxn modelId="{2F81F847-E32F-4DF3-A51B-DF83EF90265B}" type="presOf" srcId="{0ACA1E09-BD2A-4EAB-89C4-F55529D9C3C0}" destId="{2EFDFB9A-2E87-471F-AA07-D5CE644F02FE}" srcOrd="1" destOrd="0" presId="urn:microsoft.com/office/officeart/2005/8/layout/orgChart1"/>
    <dgm:cxn modelId="{7C4B1148-91A3-4344-97DB-6667C2619C7B}" type="presOf" srcId="{B06904F3-8CD6-4D22-9F1E-574716B29192}" destId="{D0339872-60C2-49EA-A150-7E096F076DF0}" srcOrd="1" destOrd="0" presId="urn:microsoft.com/office/officeart/2005/8/layout/orgChart1"/>
    <dgm:cxn modelId="{B5D27C48-92E8-4440-8BE0-14C28B15052A}" type="presOf" srcId="{2A4AC7A8-59C8-41C7-B2E1-33921309F46A}" destId="{3B1BBD5E-04E2-4569-9D38-52937CDED7DC}" srcOrd="0" destOrd="0" presId="urn:microsoft.com/office/officeart/2005/8/layout/orgChart1"/>
    <dgm:cxn modelId="{B93B2449-D229-4425-B0B7-FA07CD380438}" type="presOf" srcId="{ADBACB6E-6CA8-4659-B8D5-D135FF3A1BAA}" destId="{3F841C62-5D1C-499F-9989-B86E3C0314CB}" srcOrd="0" destOrd="0" presId="urn:microsoft.com/office/officeart/2005/8/layout/orgChart1"/>
    <dgm:cxn modelId="{5A477769-5CA5-4C40-BA64-9C61A7470FC2}" type="presOf" srcId="{3FD7E8A5-07BC-40AE-8B1D-52EAE0CA274D}" destId="{AA7B3C1B-91EA-4100-82E4-8D89D91975AB}" srcOrd="1" destOrd="0" presId="urn:microsoft.com/office/officeart/2005/8/layout/orgChart1"/>
    <dgm:cxn modelId="{20EFB369-14BC-42B4-866B-A92FA6A77A9C}" type="presOf" srcId="{41B845B6-AF71-4355-B038-F6A399FF7C62}" destId="{2CDAFEAB-0701-432D-8B80-9E7C5E8A8D3F}" srcOrd="0" destOrd="0" presId="urn:microsoft.com/office/officeart/2005/8/layout/orgChart1"/>
    <dgm:cxn modelId="{4F8F534B-EE6C-422A-A05B-603357839550}" type="presOf" srcId="{A5A2D460-EA49-415C-8DFE-B801D739F57A}" destId="{527A6C02-21B3-4AA8-8913-E8E4407190F3}" srcOrd="0" destOrd="0" presId="urn:microsoft.com/office/officeart/2005/8/layout/orgChart1"/>
    <dgm:cxn modelId="{953F594F-A249-46FA-BF67-28187886AC49}" type="presOf" srcId="{30934697-C818-495E-88A4-332C6ADB78F2}" destId="{9B3D7115-FE37-459B-A6B2-D055997D67B3}" srcOrd="0" destOrd="0" presId="urn:microsoft.com/office/officeart/2005/8/layout/orgChart1"/>
    <dgm:cxn modelId="{3FFD7B71-3D66-4521-B609-582599359FBB}" type="presOf" srcId="{996DD119-89A0-463A-9B9B-F036D26A5391}" destId="{CE610891-3A22-4A6A-8D30-75FD03BF8B5F}" srcOrd="0" destOrd="0" presId="urn:microsoft.com/office/officeart/2005/8/layout/orgChart1"/>
    <dgm:cxn modelId="{6AE0F275-DA91-4A1C-9707-6EAF177AF0CA}" srcId="{89B8D4AD-3964-4D51-A518-62C19BF70687}" destId="{DFBB2143-C461-4A52-9F2D-83CC4D944837}" srcOrd="3" destOrd="0" parTransId="{3B61F059-54B8-416F-943B-D747F6122D84}" sibTransId="{B57EA856-743F-4056-8066-80EFF81522A7}"/>
    <dgm:cxn modelId="{32AA0656-A377-499D-A04F-5621BBD14610}" type="presOf" srcId="{996DD119-89A0-463A-9B9B-F036D26A5391}" destId="{72BC71F2-C312-4C8B-AC4A-FF71807B1888}" srcOrd="1" destOrd="0" presId="urn:microsoft.com/office/officeart/2005/8/layout/orgChart1"/>
    <dgm:cxn modelId="{DFFAD457-DB86-4809-9F20-3EF5A1198565}" type="presOf" srcId="{DE5BF669-52F2-4AD3-911B-69B3DD29B042}" destId="{2B815B01-EBE5-4C53-9EDD-FE2D88277A11}" srcOrd="0" destOrd="0" presId="urn:microsoft.com/office/officeart/2005/8/layout/orgChart1"/>
    <dgm:cxn modelId="{E4A1EC7B-01CD-4366-A990-6125994B711C}" type="presOf" srcId="{888A7CBF-BC18-41D5-8833-59B960DC3B49}" destId="{6BBC9301-EB37-4C70-A2E9-52272353E8C6}" srcOrd="0" destOrd="0" presId="urn:microsoft.com/office/officeart/2005/8/layout/orgChart1"/>
    <dgm:cxn modelId="{C521547D-5436-47D8-ABFB-6D095469A761}" type="presOf" srcId="{979FC2B7-7686-4196-B9D1-C249E3A4390B}" destId="{B43C1007-E2F6-418E-9EEB-F2434EB27224}" srcOrd="1" destOrd="0" presId="urn:microsoft.com/office/officeart/2005/8/layout/orgChart1"/>
    <dgm:cxn modelId="{84A2E880-3345-497E-9CD0-A1CAD6CD414A}" type="presOf" srcId="{3FD7E8A5-07BC-40AE-8B1D-52EAE0CA274D}" destId="{9261202B-BB97-4F4D-AECF-9EDE94256159}" srcOrd="0" destOrd="0" presId="urn:microsoft.com/office/officeart/2005/8/layout/orgChart1"/>
    <dgm:cxn modelId="{4C583087-65D8-46D9-BD0C-A918A0A758D2}" type="presOf" srcId="{352D30E0-9436-4011-AC33-FADAB54B183C}" destId="{AE9DAF3F-C7CA-4363-8BAF-93F3360B08A2}" srcOrd="0" destOrd="0" presId="urn:microsoft.com/office/officeart/2005/8/layout/orgChart1"/>
    <dgm:cxn modelId="{52A68787-C309-4CB9-B5C9-3B8F671748D7}" srcId="{85A0BE74-A48B-43C5-AACF-A326AEB8FE7F}" destId="{996DD119-89A0-463A-9B9B-F036D26A5391}" srcOrd="0" destOrd="0" parTransId="{527FCB45-C060-4C04-9843-81BC624BCFE5}" sibTransId="{06DE8324-4410-4F8B-8ADC-53A8E2865E1F}"/>
    <dgm:cxn modelId="{280AB787-8D78-47F3-9465-4B1FE739BDE0}" type="presOf" srcId="{ACC771F9-561E-46F3-8E52-9F0210E8A4E3}" destId="{E419DD2E-AAC5-486F-87C5-786E3B7E0B27}" srcOrd="0" destOrd="0" presId="urn:microsoft.com/office/officeart/2005/8/layout/orgChart1"/>
    <dgm:cxn modelId="{A2E78C88-545C-4315-BB74-C19D255288B7}" type="presOf" srcId="{527FCB45-C060-4C04-9843-81BC624BCFE5}" destId="{27665643-31C2-42D0-BCE9-B2D4E0865BB0}" srcOrd="0" destOrd="0" presId="urn:microsoft.com/office/officeart/2005/8/layout/orgChart1"/>
    <dgm:cxn modelId="{B5E6A289-E4F1-44EB-876D-6728EA5DC268}" type="presOf" srcId="{257877F2-17F3-41AC-B549-50C832652B60}" destId="{2B7C06D6-E995-4A72-9DD1-6344E864D1C5}" srcOrd="0" destOrd="0" presId="urn:microsoft.com/office/officeart/2005/8/layout/orgChart1"/>
    <dgm:cxn modelId="{0416868F-57C6-4DDD-B2D8-301D86B64CEC}" type="presOf" srcId="{36037A64-7EFE-42AC-A883-6FD4309295E9}" destId="{5200E439-F68D-405B-830F-DD21476925F5}" srcOrd="1" destOrd="0" presId="urn:microsoft.com/office/officeart/2005/8/layout/orgChart1"/>
    <dgm:cxn modelId="{764EDD8F-B4A5-434D-A393-34CC45FB5EBA}" srcId="{B06904F3-8CD6-4D22-9F1E-574716B29192}" destId="{ACC771F9-561E-46F3-8E52-9F0210E8A4E3}" srcOrd="1" destOrd="0" parTransId="{30934697-C818-495E-88A4-332C6ADB78F2}" sibTransId="{FD101E90-DBD1-4E10-902A-BFE508223BF4}"/>
    <dgm:cxn modelId="{7BD9AF90-B6B8-43C9-BF8F-B2A0784292CF}" type="presOf" srcId="{2974C1AF-764A-40AA-8C7B-B0ECCA55A281}" destId="{EEF3457C-7A73-4F7C-8E22-2EFA5151828A}" srcOrd="0" destOrd="0" presId="urn:microsoft.com/office/officeart/2005/8/layout/orgChart1"/>
    <dgm:cxn modelId="{692B3591-90AF-4D32-9886-AEAAB171D9F1}" srcId="{89B8D4AD-3964-4D51-A518-62C19BF70687}" destId="{B06904F3-8CD6-4D22-9F1E-574716B29192}" srcOrd="4" destOrd="0" parTransId="{257877F2-17F3-41AC-B549-50C832652B60}" sibTransId="{5FE031ED-563F-4BE2-8D1F-9042E35180F7}"/>
    <dgm:cxn modelId="{B58A4E9D-2A16-48B2-8DEE-11D5CD26DB9D}" type="presOf" srcId="{4D3FE93C-E898-4BC5-B1BD-583220BE7CD8}" destId="{CD0E8E62-85D7-41B1-93FD-580C9D116847}" srcOrd="0" destOrd="0" presId="urn:microsoft.com/office/officeart/2005/8/layout/orgChart1"/>
    <dgm:cxn modelId="{3DE81EA1-7205-4CC3-9EA4-2012D207442E}" type="presOf" srcId="{EEC868A0-97ED-43FA-A371-89F3240D83B3}" destId="{D7DAB8D9-4B29-416E-ABF6-A46EEA6C6336}" srcOrd="0" destOrd="0" presId="urn:microsoft.com/office/officeart/2005/8/layout/orgChart1"/>
    <dgm:cxn modelId="{3A4419A5-C58F-42C0-9C32-0ED049BDA46B}" srcId="{4D3FE93C-E898-4BC5-B1BD-583220BE7CD8}" destId="{0ACA1E09-BD2A-4EAB-89C4-F55529D9C3C0}" srcOrd="0" destOrd="0" parTransId="{E53219B5-83DE-4540-94B2-8F1677CACC09}" sibTransId="{DB59B6C1-F60E-459D-9FC5-3DC7463848D5}"/>
    <dgm:cxn modelId="{F3B4E0A5-BED3-45B1-9127-495BA8383FA5}" type="presOf" srcId="{3B61F059-54B8-416F-943B-D747F6122D84}" destId="{FC9E6C22-902D-4CDB-9BAB-5B47D10A3471}" srcOrd="0" destOrd="0" presId="urn:microsoft.com/office/officeart/2005/8/layout/orgChart1"/>
    <dgm:cxn modelId="{4BA0A0AA-6D04-42B9-8552-E659B04C172A}" type="presOf" srcId="{9CDF19F9-F856-4182-A4E2-C0F2AD8A5F9B}" destId="{BCFACCC6-0C0D-442C-BB77-9CC8EDDB885F}" srcOrd="0" destOrd="0" presId="urn:microsoft.com/office/officeart/2005/8/layout/orgChart1"/>
    <dgm:cxn modelId="{8699ACAD-D1C4-4A14-938E-522677F5D982}" type="presOf" srcId="{E53219B5-83DE-4540-94B2-8F1677CACC09}" destId="{BBF0D46E-EF56-4EB2-9738-ED9C5A7DD8A7}" srcOrd="0" destOrd="0" presId="urn:microsoft.com/office/officeart/2005/8/layout/orgChart1"/>
    <dgm:cxn modelId="{706B08AE-291D-4C16-9B2C-9A89535687F8}" type="presOf" srcId="{4D3FE93C-E898-4BC5-B1BD-583220BE7CD8}" destId="{FDCACB14-8B56-4D73-A157-D43D97E87D44}" srcOrd="1" destOrd="0" presId="urn:microsoft.com/office/officeart/2005/8/layout/orgChart1"/>
    <dgm:cxn modelId="{F8B223AE-DEE0-4B9A-A99B-D65F4A072075}" srcId="{89B8D4AD-3964-4D51-A518-62C19BF70687}" destId="{85A0BE74-A48B-43C5-AACF-A326AEB8FE7F}" srcOrd="1" destOrd="0" parTransId="{FC11AC0E-F4F1-4752-AD57-5FB6DA3E9C42}" sibTransId="{2CCDCBED-DC2F-457E-879E-E2BD0D066039}"/>
    <dgm:cxn modelId="{970329B1-B0BB-4F1F-A179-DC3A20D62429}" srcId="{85A0BE74-A48B-43C5-AACF-A326AEB8FE7F}" destId="{EEC868A0-97ED-43FA-A371-89F3240D83B3}" srcOrd="2" destOrd="0" parTransId="{888A7CBF-BC18-41D5-8833-59B960DC3B49}" sibTransId="{E569EF1A-1643-4598-9650-125BDFE54920}"/>
    <dgm:cxn modelId="{1B5E73B5-02F9-4866-9B1D-B0B4EDB7C682}" srcId="{85A0BE74-A48B-43C5-AACF-A326AEB8FE7F}" destId="{979FC2B7-7686-4196-B9D1-C249E3A4390B}" srcOrd="3" destOrd="0" parTransId="{352D30E0-9436-4011-AC33-FADAB54B183C}" sibTransId="{C3F871E4-DF11-4BD1-8802-431BACCE8446}"/>
    <dgm:cxn modelId="{65B3D2C0-DEA2-4313-B428-A39BC7414896}" srcId="{B06904F3-8CD6-4D22-9F1E-574716B29192}" destId="{3FD7E8A5-07BC-40AE-8B1D-52EAE0CA274D}" srcOrd="0" destOrd="0" parTransId="{B8E672F1-55FF-4655-8CFC-22D0EB5F84EA}" sibTransId="{FDF523E3-FFC2-4DA6-A271-F75F6A27BE69}"/>
    <dgm:cxn modelId="{A16F88C2-FD36-4A2D-B392-945B8216EB40}" type="presOf" srcId="{D87225C5-FE54-4692-8278-4EE9CFFB54BD}" destId="{9E7427A6-020A-4078-99FC-2FDF850AB637}" srcOrd="1" destOrd="0" presId="urn:microsoft.com/office/officeart/2005/8/layout/orgChart1"/>
    <dgm:cxn modelId="{32D3A2C4-238B-448D-8938-A418EB699F1F}" type="presOf" srcId="{DFBB2143-C461-4A52-9F2D-83CC4D944837}" destId="{19C7C396-89D4-419F-ACE2-3E8C488062D7}" srcOrd="1" destOrd="0" presId="urn:microsoft.com/office/officeart/2005/8/layout/orgChart1"/>
    <dgm:cxn modelId="{0EF753C7-39E0-4BBB-BE3F-10BFA6B54AC0}" type="presOf" srcId="{8EAEF757-2189-4C1E-954A-23693E34587E}" destId="{B5243923-6DD7-4CF1-8C0E-992D2610F7CF}" srcOrd="1" destOrd="0" presId="urn:microsoft.com/office/officeart/2005/8/layout/orgChart1"/>
    <dgm:cxn modelId="{3DCFDDC8-016F-4D66-945E-D4B0EEEBE1B5}" type="presOf" srcId="{64C1AE5B-607D-4A54-B849-9F015AED9B69}" destId="{35D48274-E8FD-40C1-9221-D517F4F8D5A2}" srcOrd="0" destOrd="0" presId="urn:microsoft.com/office/officeart/2005/8/layout/orgChart1"/>
    <dgm:cxn modelId="{212928D0-3644-4C30-910B-C28AE7295773}" type="presOf" srcId="{979FC2B7-7686-4196-B9D1-C249E3A4390B}" destId="{9B920E7D-6433-4909-BD68-260033B81BE8}" srcOrd="0" destOrd="0" presId="urn:microsoft.com/office/officeart/2005/8/layout/orgChart1"/>
    <dgm:cxn modelId="{1040B7D1-1289-4E31-AC4E-E9B1FA616752}" type="presOf" srcId="{B8E672F1-55FF-4655-8CFC-22D0EB5F84EA}" destId="{83D2A2DD-90F3-4CE7-8CCD-93C70C31BDDD}" srcOrd="0" destOrd="0" presId="urn:microsoft.com/office/officeart/2005/8/layout/orgChart1"/>
    <dgm:cxn modelId="{DEFAB1D8-CD64-4096-90B6-EFBFBE289FD7}" srcId="{89B8D4AD-3964-4D51-A518-62C19BF70687}" destId="{B6E21CBE-E803-4D97-854D-0D70E5F0D5F4}" srcOrd="0" destOrd="0" parTransId="{ADBACB6E-6CA8-4659-B8D5-D135FF3A1BAA}" sibTransId="{EB97851D-4F09-46CC-B51C-C8A21EFA885E}"/>
    <dgm:cxn modelId="{90D20ADA-335A-4160-908A-CBC5C9EBC284}" type="presOf" srcId="{EEC868A0-97ED-43FA-A371-89F3240D83B3}" destId="{3B1588D9-D697-414A-831F-9578B0BA9FB6}" srcOrd="1" destOrd="0" presId="urn:microsoft.com/office/officeart/2005/8/layout/orgChart1"/>
    <dgm:cxn modelId="{CF4853E4-65E4-474A-BBFA-B25139A50668}" type="presOf" srcId="{89B8D4AD-3964-4D51-A518-62C19BF70687}" destId="{551BA32D-1570-43F7-923D-B91A447C6514}" srcOrd="1" destOrd="0" presId="urn:microsoft.com/office/officeart/2005/8/layout/orgChart1"/>
    <dgm:cxn modelId="{313851E7-D5EC-408C-94CB-CBD108BF727C}" type="presOf" srcId="{36037A64-7EFE-42AC-A883-6FD4309295E9}" destId="{72CCF2EE-C800-4F43-9E0E-167CF3F8D991}" srcOrd="0" destOrd="0" presId="urn:microsoft.com/office/officeart/2005/8/layout/orgChart1"/>
    <dgm:cxn modelId="{BCC5D5E7-B37C-4413-8B8D-C8C940495A1F}" srcId="{85A0BE74-A48B-43C5-AACF-A326AEB8FE7F}" destId="{9CDF19F9-F856-4182-A4E2-C0F2AD8A5F9B}" srcOrd="1" destOrd="0" parTransId="{A96905FA-BDE9-44B2-9E8F-7826F6E48393}" sibTransId="{50134501-97AC-4ADB-A666-684B1065491C}"/>
    <dgm:cxn modelId="{C7D763FA-6571-4817-AF80-211564BEA407}" type="presOf" srcId="{FC11AC0E-F4F1-4752-AD57-5FB6DA3E9C42}" destId="{49C2A08D-726C-4CAE-852C-18DF718DD24F}" srcOrd="0" destOrd="0" presId="urn:microsoft.com/office/officeart/2005/8/layout/orgChart1"/>
    <dgm:cxn modelId="{B125F8FB-F0C9-4866-8340-A6FED92796B9}" type="presOf" srcId="{6798749C-5FFF-48AC-9BDE-72F0A5CD7714}" destId="{BFA39412-3310-4D7E-A20B-2EA87F3C1A08}" srcOrd="1" destOrd="0" presId="urn:microsoft.com/office/officeart/2005/8/layout/orgChart1"/>
    <dgm:cxn modelId="{AD09F05F-1318-45ED-8384-5FDAB8FF7E64}" type="presParOf" srcId="{3B1BBD5E-04E2-4569-9D38-52937CDED7DC}" destId="{BA0DFDE9-1F31-4FF1-A2DD-F9FBC2B45E62}" srcOrd="0" destOrd="0" presId="urn:microsoft.com/office/officeart/2005/8/layout/orgChart1"/>
    <dgm:cxn modelId="{C469E3B9-0D45-40A3-8EFD-9682D3511583}" type="presParOf" srcId="{BA0DFDE9-1F31-4FF1-A2DD-F9FBC2B45E62}" destId="{5A75D14E-DB34-40F7-BCC6-1B99973D7AAB}" srcOrd="0" destOrd="0" presId="urn:microsoft.com/office/officeart/2005/8/layout/orgChart1"/>
    <dgm:cxn modelId="{E6D38800-2FC1-4E9A-B158-05CFF0B30773}" type="presParOf" srcId="{5A75D14E-DB34-40F7-BCC6-1B99973D7AAB}" destId="{A334CCD3-E051-4DA6-9201-B3DCA30CBEC6}" srcOrd="0" destOrd="0" presId="urn:microsoft.com/office/officeart/2005/8/layout/orgChart1"/>
    <dgm:cxn modelId="{1AE44150-D27F-4F1D-89FD-82FBC0F4270F}" type="presParOf" srcId="{5A75D14E-DB34-40F7-BCC6-1B99973D7AAB}" destId="{551BA32D-1570-43F7-923D-B91A447C6514}" srcOrd="1" destOrd="0" presId="urn:microsoft.com/office/officeart/2005/8/layout/orgChart1"/>
    <dgm:cxn modelId="{F7FAD15B-C0A8-46EB-B892-3CF29E2EBD54}" type="presParOf" srcId="{BA0DFDE9-1F31-4FF1-A2DD-F9FBC2B45E62}" destId="{6373BB4B-15CF-4863-BE69-7E3D64C6437F}" srcOrd="1" destOrd="0" presId="urn:microsoft.com/office/officeart/2005/8/layout/orgChart1"/>
    <dgm:cxn modelId="{1A975B3D-FD9E-458A-A557-BF70AA252064}" type="presParOf" srcId="{6373BB4B-15CF-4863-BE69-7E3D64C6437F}" destId="{3F841C62-5D1C-499F-9989-B86E3C0314CB}" srcOrd="0" destOrd="0" presId="urn:microsoft.com/office/officeart/2005/8/layout/orgChart1"/>
    <dgm:cxn modelId="{6E2E950F-36A4-4E85-8482-EBBB113DD10A}" type="presParOf" srcId="{6373BB4B-15CF-4863-BE69-7E3D64C6437F}" destId="{2192B8DA-DAC1-4B1E-8B5A-A5C9A0A055E9}" srcOrd="1" destOrd="0" presId="urn:microsoft.com/office/officeart/2005/8/layout/orgChart1"/>
    <dgm:cxn modelId="{03BDCB1B-3DF3-4DCE-A77E-22748157CCB1}" type="presParOf" srcId="{2192B8DA-DAC1-4B1E-8B5A-A5C9A0A055E9}" destId="{6647B84A-CF6B-4DEA-8E94-92B6297DD72C}" srcOrd="0" destOrd="0" presId="urn:microsoft.com/office/officeart/2005/8/layout/orgChart1"/>
    <dgm:cxn modelId="{FF35A0C2-64DD-489A-8BB6-9145D801C48B}" type="presParOf" srcId="{6647B84A-CF6B-4DEA-8E94-92B6297DD72C}" destId="{90D4E7BE-CAD8-45AC-9D68-44805CF23272}" srcOrd="0" destOrd="0" presId="urn:microsoft.com/office/officeart/2005/8/layout/orgChart1"/>
    <dgm:cxn modelId="{82C660FC-E700-4D48-823C-628D61B44BCB}" type="presParOf" srcId="{6647B84A-CF6B-4DEA-8E94-92B6297DD72C}" destId="{6E297F49-5542-42A8-B45C-077168974483}" srcOrd="1" destOrd="0" presId="urn:microsoft.com/office/officeart/2005/8/layout/orgChart1"/>
    <dgm:cxn modelId="{DD3EAE78-B1E4-4B2E-908B-7FF2B16FC1D2}" type="presParOf" srcId="{2192B8DA-DAC1-4B1E-8B5A-A5C9A0A055E9}" destId="{E9BB9FB6-80E0-4F3F-B0E6-5FCFDC24A764}" srcOrd="1" destOrd="0" presId="urn:microsoft.com/office/officeart/2005/8/layout/orgChart1"/>
    <dgm:cxn modelId="{6A54DABD-0441-4D97-8F12-C714309BD15B}" type="presParOf" srcId="{2192B8DA-DAC1-4B1E-8B5A-A5C9A0A055E9}" destId="{6A8AAE2F-084E-485C-9EA4-3109907F00F7}" srcOrd="2" destOrd="0" presId="urn:microsoft.com/office/officeart/2005/8/layout/orgChart1"/>
    <dgm:cxn modelId="{0D538085-7A04-4987-AEFD-0E96B8C07BCC}" type="presParOf" srcId="{6A8AAE2F-084E-485C-9EA4-3109907F00F7}" destId="{35D48274-E8FD-40C1-9221-D517F4F8D5A2}" srcOrd="0" destOrd="0" presId="urn:microsoft.com/office/officeart/2005/8/layout/orgChart1"/>
    <dgm:cxn modelId="{E94ACF87-07C0-479F-94CD-AD5E25058FBC}" type="presParOf" srcId="{6A8AAE2F-084E-485C-9EA4-3109907F00F7}" destId="{5FC8F78C-DAD3-4EF8-85CE-84A935887C10}" srcOrd="1" destOrd="0" presId="urn:microsoft.com/office/officeart/2005/8/layout/orgChart1"/>
    <dgm:cxn modelId="{9A905864-33D2-4113-B77D-9D1A481E9E7C}" type="presParOf" srcId="{5FC8F78C-DAD3-4EF8-85CE-84A935887C10}" destId="{21E7FE83-47B1-4D58-9FBA-8D1633E3523D}" srcOrd="0" destOrd="0" presId="urn:microsoft.com/office/officeart/2005/8/layout/orgChart1"/>
    <dgm:cxn modelId="{46142F21-D315-4131-A590-29AEA829B5D7}" type="presParOf" srcId="{21E7FE83-47B1-4D58-9FBA-8D1633E3523D}" destId="{AF465395-6967-4390-8354-2B74C756F202}" srcOrd="0" destOrd="0" presId="urn:microsoft.com/office/officeart/2005/8/layout/orgChart1"/>
    <dgm:cxn modelId="{BAC6AAF2-A0FF-4756-8153-DE76689BECC9}" type="presParOf" srcId="{21E7FE83-47B1-4D58-9FBA-8D1633E3523D}" destId="{BFA39412-3310-4D7E-A20B-2EA87F3C1A08}" srcOrd="1" destOrd="0" presId="urn:microsoft.com/office/officeart/2005/8/layout/orgChart1"/>
    <dgm:cxn modelId="{48471495-FBC6-4DD1-AD06-552CF9E72CAF}" type="presParOf" srcId="{5FC8F78C-DAD3-4EF8-85CE-84A935887C10}" destId="{0F32E119-86BF-46C4-AD81-7D208FCF3EEF}" srcOrd="1" destOrd="0" presId="urn:microsoft.com/office/officeart/2005/8/layout/orgChart1"/>
    <dgm:cxn modelId="{A6AEE079-C319-4B74-BC50-E4101ED0EEC4}" type="presParOf" srcId="{5FC8F78C-DAD3-4EF8-85CE-84A935887C10}" destId="{B1BADD65-6E9D-4493-BFFA-66F10EA8EBE7}" srcOrd="2" destOrd="0" presId="urn:microsoft.com/office/officeart/2005/8/layout/orgChart1"/>
    <dgm:cxn modelId="{78C4CEAE-7DE5-4FE9-B83A-EE1BBB3FF0AF}" type="presParOf" srcId="{6A8AAE2F-084E-485C-9EA4-3109907F00F7}" destId="{EEF3457C-7A73-4F7C-8E22-2EFA5151828A}" srcOrd="2" destOrd="0" presId="urn:microsoft.com/office/officeart/2005/8/layout/orgChart1"/>
    <dgm:cxn modelId="{C4270D68-3C47-44A9-BCCD-A9B82C355C3D}" type="presParOf" srcId="{6A8AAE2F-084E-485C-9EA4-3109907F00F7}" destId="{6636A86D-B6BE-4B64-A074-EC6ECFB61CA3}" srcOrd="3" destOrd="0" presId="urn:microsoft.com/office/officeart/2005/8/layout/orgChart1"/>
    <dgm:cxn modelId="{744158E0-22C0-47FC-ADF0-71EC3E68EE95}" type="presParOf" srcId="{6636A86D-B6BE-4B64-A074-EC6ECFB61CA3}" destId="{67A761EC-33B1-4193-AD19-8B3099FA6FD5}" srcOrd="0" destOrd="0" presId="urn:microsoft.com/office/officeart/2005/8/layout/orgChart1"/>
    <dgm:cxn modelId="{B072737D-79C4-49C5-B824-726A4EAF51C4}" type="presParOf" srcId="{67A761EC-33B1-4193-AD19-8B3099FA6FD5}" destId="{4DDEA8E2-8E82-4757-8235-9463C5180FE4}" srcOrd="0" destOrd="0" presId="urn:microsoft.com/office/officeart/2005/8/layout/orgChart1"/>
    <dgm:cxn modelId="{5B7720E4-427C-4052-8697-E7DBFF27917A}" type="presParOf" srcId="{67A761EC-33B1-4193-AD19-8B3099FA6FD5}" destId="{7C631842-D833-42E0-BE20-06ADF6FEAE9E}" srcOrd="1" destOrd="0" presId="urn:microsoft.com/office/officeart/2005/8/layout/orgChart1"/>
    <dgm:cxn modelId="{7B8801BE-6AF3-4324-A1EA-F9A8E666D58F}" type="presParOf" srcId="{6636A86D-B6BE-4B64-A074-EC6ECFB61CA3}" destId="{DE358CC9-805E-4795-BCD0-06EE738653D9}" srcOrd="1" destOrd="0" presId="urn:microsoft.com/office/officeart/2005/8/layout/orgChart1"/>
    <dgm:cxn modelId="{404F4F8C-D5F1-4392-935D-75C6B613CB41}" type="presParOf" srcId="{6636A86D-B6BE-4B64-A074-EC6ECFB61CA3}" destId="{65EDCB5E-B535-4F5A-A720-310F82FE4881}" srcOrd="2" destOrd="0" presId="urn:microsoft.com/office/officeart/2005/8/layout/orgChart1"/>
    <dgm:cxn modelId="{136B9B32-00BD-4670-9D2A-24578C82819D}" type="presParOf" srcId="{6373BB4B-15CF-4863-BE69-7E3D64C6437F}" destId="{49C2A08D-726C-4CAE-852C-18DF718DD24F}" srcOrd="2" destOrd="0" presId="urn:microsoft.com/office/officeart/2005/8/layout/orgChart1"/>
    <dgm:cxn modelId="{8C5B793F-0DE9-4418-B745-F917AF6B91AB}" type="presParOf" srcId="{6373BB4B-15CF-4863-BE69-7E3D64C6437F}" destId="{37C07B0B-500D-4659-AA55-28178A7A10F6}" srcOrd="3" destOrd="0" presId="urn:microsoft.com/office/officeart/2005/8/layout/orgChart1"/>
    <dgm:cxn modelId="{DFC16518-9D8D-49C6-B0C1-377B7F19A018}" type="presParOf" srcId="{37C07B0B-500D-4659-AA55-28178A7A10F6}" destId="{1D68FB34-4E9E-4BFA-AEC7-03AF0302C313}" srcOrd="0" destOrd="0" presId="urn:microsoft.com/office/officeart/2005/8/layout/orgChart1"/>
    <dgm:cxn modelId="{87D92A78-CEA9-42AC-A8A6-234A3292C921}" type="presParOf" srcId="{1D68FB34-4E9E-4BFA-AEC7-03AF0302C313}" destId="{4A63AB9B-F9C3-4D1E-BA04-422E2263E1C5}" srcOrd="0" destOrd="0" presId="urn:microsoft.com/office/officeart/2005/8/layout/orgChart1"/>
    <dgm:cxn modelId="{A284862D-3712-4ACC-81A2-1BD123DE464D}" type="presParOf" srcId="{1D68FB34-4E9E-4BFA-AEC7-03AF0302C313}" destId="{35554AE4-C18C-4324-88BF-D9957F354CCC}" srcOrd="1" destOrd="0" presId="urn:microsoft.com/office/officeart/2005/8/layout/orgChart1"/>
    <dgm:cxn modelId="{162A6830-00F3-4FAA-B681-515E6A14994E}" type="presParOf" srcId="{37C07B0B-500D-4659-AA55-28178A7A10F6}" destId="{D33E224A-F69D-418C-B1D4-442B95782242}" srcOrd="1" destOrd="0" presId="urn:microsoft.com/office/officeart/2005/8/layout/orgChart1"/>
    <dgm:cxn modelId="{8684730E-55A4-4EDB-8BA0-EFEED54C7951}" type="presParOf" srcId="{37C07B0B-500D-4659-AA55-28178A7A10F6}" destId="{8E80EB93-F7B2-4897-8949-524F264DF6AD}" srcOrd="2" destOrd="0" presId="urn:microsoft.com/office/officeart/2005/8/layout/orgChart1"/>
    <dgm:cxn modelId="{55296317-F73C-455D-AC32-07774029C367}" type="presParOf" srcId="{8E80EB93-F7B2-4897-8949-524F264DF6AD}" destId="{27665643-31C2-42D0-BCE9-B2D4E0865BB0}" srcOrd="0" destOrd="0" presId="urn:microsoft.com/office/officeart/2005/8/layout/orgChart1"/>
    <dgm:cxn modelId="{B09F5D9D-C804-49F9-9988-17995C010DA3}" type="presParOf" srcId="{8E80EB93-F7B2-4897-8949-524F264DF6AD}" destId="{0F5AF6D8-B0B8-47A0-935A-3DD136B1E4F3}" srcOrd="1" destOrd="0" presId="urn:microsoft.com/office/officeart/2005/8/layout/orgChart1"/>
    <dgm:cxn modelId="{97F82C8D-3D3E-4064-91ED-62B7E7D9C437}" type="presParOf" srcId="{0F5AF6D8-B0B8-47A0-935A-3DD136B1E4F3}" destId="{50A0F568-24B1-49CB-9C8F-A079B9036638}" srcOrd="0" destOrd="0" presId="urn:microsoft.com/office/officeart/2005/8/layout/orgChart1"/>
    <dgm:cxn modelId="{A3803F70-25E2-4802-BB50-3B5DC146BE5D}" type="presParOf" srcId="{50A0F568-24B1-49CB-9C8F-A079B9036638}" destId="{CE610891-3A22-4A6A-8D30-75FD03BF8B5F}" srcOrd="0" destOrd="0" presId="urn:microsoft.com/office/officeart/2005/8/layout/orgChart1"/>
    <dgm:cxn modelId="{FBD4A066-3B10-46EA-B811-C1C0AAD1DD20}" type="presParOf" srcId="{50A0F568-24B1-49CB-9C8F-A079B9036638}" destId="{72BC71F2-C312-4C8B-AC4A-FF71807B1888}" srcOrd="1" destOrd="0" presId="urn:microsoft.com/office/officeart/2005/8/layout/orgChart1"/>
    <dgm:cxn modelId="{F6D9E59D-BE54-496C-ACCE-7218F82658F7}" type="presParOf" srcId="{0F5AF6D8-B0B8-47A0-935A-3DD136B1E4F3}" destId="{08122F0C-DC56-4987-861C-2338D5D90C3F}" srcOrd="1" destOrd="0" presId="urn:microsoft.com/office/officeart/2005/8/layout/orgChart1"/>
    <dgm:cxn modelId="{A6B6A548-0DED-44C8-B56B-FA92E352BE3B}" type="presParOf" srcId="{0F5AF6D8-B0B8-47A0-935A-3DD136B1E4F3}" destId="{CCA7810C-23DE-49A5-97A4-33A928E609AB}" srcOrd="2" destOrd="0" presId="urn:microsoft.com/office/officeart/2005/8/layout/orgChart1"/>
    <dgm:cxn modelId="{49326890-B172-46BF-92A4-9A344CD62F14}" type="presParOf" srcId="{8E80EB93-F7B2-4897-8949-524F264DF6AD}" destId="{AB5BA5E8-A1F9-4CA5-8DAE-53CEAB6A0632}" srcOrd="2" destOrd="0" presId="urn:microsoft.com/office/officeart/2005/8/layout/orgChart1"/>
    <dgm:cxn modelId="{9904DA96-D411-455C-8842-9CDE5B7799B6}" type="presParOf" srcId="{8E80EB93-F7B2-4897-8949-524F264DF6AD}" destId="{7929F80E-F696-49F2-A928-7C57C2E0B072}" srcOrd="3" destOrd="0" presId="urn:microsoft.com/office/officeart/2005/8/layout/orgChart1"/>
    <dgm:cxn modelId="{2D0BBE4F-5F0B-4FC6-BEB9-0678954DD91C}" type="presParOf" srcId="{7929F80E-F696-49F2-A928-7C57C2E0B072}" destId="{82A0B54E-26D8-4A5C-B021-6AE9D3D90A3E}" srcOrd="0" destOrd="0" presId="urn:microsoft.com/office/officeart/2005/8/layout/orgChart1"/>
    <dgm:cxn modelId="{B52C4736-7C40-4C0A-8E20-C005C1F3F991}" type="presParOf" srcId="{82A0B54E-26D8-4A5C-B021-6AE9D3D90A3E}" destId="{BCFACCC6-0C0D-442C-BB77-9CC8EDDB885F}" srcOrd="0" destOrd="0" presId="urn:microsoft.com/office/officeart/2005/8/layout/orgChart1"/>
    <dgm:cxn modelId="{A1A3F276-E536-4D4F-8BEE-E39A5EBC471C}" type="presParOf" srcId="{82A0B54E-26D8-4A5C-B021-6AE9D3D90A3E}" destId="{C71B42A9-CECB-4BE8-A47C-B22B72B9C93E}" srcOrd="1" destOrd="0" presId="urn:microsoft.com/office/officeart/2005/8/layout/orgChart1"/>
    <dgm:cxn modelId="{3A2BD051-774B-465E-8DB2-BDAC9A06EC5C}" type="presParOf" srcId="{7929F80E-F696-49F2-A928-7C57C2E0B072}" destId="{275AC27B-93B1-45BD-94BA-FAEC7232D277}" srcOrd="1" destOrd="0" presId="urn:microsoft.com/office/officeart/2005/8/layout/orgChart1"/>
    <dgm:cxn modelId="{E0332E38-A4FE-4B62-9EED-315FCA8E30C2}" type="presParOf" srcId="{7929F80E-F696-49F2-A928-7C57C2E0B072}" destId="{E956E581-9C7B-4286-8EA8-AC66B7EE5EA8}" srcOrd="2" destOrd="0" presId="urn:microsoft.com/office/officeart/2005/8/layout/orgChart1"/>
    <dgm:cxn modelId="{F13B1AD7-B311-4FD3-B5E9-0B2FBFE32E6F}" type="presParOf" srcId="{8E80EB93-F7B2-4897-8949-524F264DF6AD}" destId="{6BBC9301-EB37-4C70-A2E9-52272353E8C6}" srcOrd="4" destOrd="0" presId="urn:microsoft.com/office/officeart/2005/8/layout/orgChart1"/>
    <dgm:cxn modelId="{963943AE-3C0D-4CB8-85F6-5DA06FBC09E6}" type="presParOf" srcId="{8E80EB93-F7B2-4897-8949-524F264DF6AD}" destId="{1A60CD78-A8E0-4D3E-8800-E7B1D3B1A33C}" srcOrd="5" destOrd="0" presId="urn:microsoft.com/office/officeart/2005/8/layout/orgChart1"/>
    <dgm:cxn modelId="{0869B47A-1E93-4BD2-9B3B-5595CA9C984D}" type="presParOf" srcId="{1A60CD78-A8E0-4D3E-8800-E7B1D3B1A33C}" destId="{55F2BB3C-3918-4058-8CAB-86D56BA8FFC3}" srcOrd="0" destOrd="0" presId="urn:microsoft.com/office/officeart/2005/8/layout/orgChart1"/>
    <dgm:cxn modelId="{F80510EF-438B-4055-8C39-735D07B3A772}" type="presParOf" srcId="{55F2BB3C-3918-4058-8CAB-86D56BA8FFC3}" destId="{D7DAB8D9-4B29-416E-ABF6-A46EEA6C6336}" srcOrd="0" destOrd="0" presId="urn:microsoft.com/office/officeart/2005/8/layout/orgChart1"/>
    <dgm:cxn modelId="{11C72408-647B-430D-954B-75B295933178}" type="presParOf" srcId="{55F2BB3C-3918-4058-8CAB-86D56BA8FFC3}" destId="{3B1588D9-D697-414A-831F-9578B0BA9FB6}" srcOrd="1" destOrd="0" presId="urn:microsoft.com/office/officeart/2005/8/layout/orgChart1"/>
    <dgm:cxn modelId="{370D3F1E-C0A5-4D4C-B8D7-1320255A95D5}" type="presParOf" srcId="{1A60CD78-A8E0-4D3E-8800-E7B1D3B1A33C}" destId="{5B1C9B82-E62D-49F0-BC01-4755145637DF}" srcOrd="1" destOrd="0" presId="urn:microsoft.com/office/officeart/2005/8/layout/orgChart1"/>
    <dgm:cxn modelId="{9F3E893E-08F4-4F59-A1AC-7E46B9292B01}" type="presParOf" srcId="{1A60CD78-A8E0-4D3E-8800-E7B1D3B1A33C}" destId="{37C06BBB-755E-41C2-AF8A-05E06587A580}" srcOrd="2" destOrd="0" presId="urn:microsoft.com/office/officeart/2005/8/layout/orgChart1"/>
    <dgm:cxn modelId="{DF722DEB-A401-40CD-813C-939756120191}" type="presParOf" srcId="{8E80EB93-F7B2-4897-8949-524F264DF6AD}" destId="{AE9DAF3F-C7CA-4363-8BAF-93F3360B08A2}" srcOrd="6" destOrd="0" presId="urn:microsoft.com/office/officeart/2005/8/layout/orgChart1"/>
    <dgm:cxn modelId="{194CECF5-4FBE-4004-B2DE-2D3885F32557}" type="presParOf" srcId="{8E80EB93-F7B2-4897-8949-524F264DF6AD}" destId="{EB38954D-E53E-4928-8AF6-0127279C3EED}" srcOrd="7" destOrd="0" presId="urn:microsoft.com/office/officeart/2005/8/layout/orgChart1"/>
    <dgm:cxn modelId="{8BC5708F-7E8D-49D0-9DB8-B8EA24682777}" type="presParOf" srcId="{EB38954D-E53E-4928-8AF6-0127279C3EED}" destId="{BB9E3977-4479-4B37-8F7B-2C91279C68E8}" srcOrd="0" destOrd="0" presId="urn:microsoft.com/office/officeart/2005/8/layout/orgChart1"/>
    <dgm:cxn modelId="{8E596309-5DF5-4D96-BC02-F6F9C65D96BD}" type="presParOf" srcId="{BB9E3977-4479-4B37-8F7B-2C91279C68E8}" destId="{9B920E7D-6433-4909-BD68-260033B81BE8}" srcOrd="0" destOrd="0" presId="urn:microsoft.com/office/officeart/2005/8/layout/orgChart1"/>
    <dgm:cxn modelId="{C542A776-2FC3-40A4-AE86-53F4F68BB7E6}" type="presParOf" srcId="{BB9E3977-4479-4B37-8F7B-2C91279C68E8}" destId="{B43C1007-E2F6-418E-9EEB-F2434EB27224}" srcOrd="1" destOrd="0" presId="urn:microsoft.com/office/officeart/2005/8/layout/orgChart1"/>
    <dgm:cxn modelId="{469D474C-5D10-454F-8665-AD68DBBD06DE}" type="presParOf" srcId="{EB38954D-E53E-4928-8AF6-0127279C3EED}" destId="{E2542572-EC02-41F0-9A3A-F5B33D90EAD7}" srcOrd="1" destOrd="0" presId="urn:microsoft.com/office/officeart/2005/8/layout/orgChart1"/>
    <dgm:cxn modelId="{FE545E1C-3D72-425C-94E3-F319C20504FE}" type="presParOf" srcId="{EB38954D-E53E-4928-8AF6-0127279C3EED}" destId="{EF886198-AFC6-462C-8478-3F916CC324EC}" srcOrd="2" destOrd="0" presId="urn:microsoft.com/office/officeart/2005/8/layout/orgChart1"/>
    <dgm:cxn modelId="{2C88B213-361B-4BF0-9953-36F8CF9B4C36}" type="presParOf" srcId="{6373BB4B-15CF-4863-BE69-7E3D64C6437F}" destId="{2B815B01-EBE5-4C53-9EDD-FE2D88277A11}" srcOrd="4" destOrd="0" presId="urn:microsoft.com/office/officeart/2005/8/layout/orgChart1"/>
    <dgm:cxn modelId="{A0219145-0C9D-4390-9DCE-E2FF0B2E15B8}" type="presParOf" srcId="{6373BB4B-15CF-4863-BE69-7E3D64C6437F}" destId="{4FB40FD0-2DB8-497C-9D06-40BF48C9252E}" srcOrd="5" destOrd="0" presId="urn:microsoft.com/office/officeart/2005/8/layout/orgChart1"/>
    <dgm:cxn modelId="{21B86AED-5F6A-4702-ABE3-1825D7A8736C}" type="presParOf" srcId="{4FB40FD0-2DB8-497C-9D06-40BF48C9252E}" destId="{9DCA29CB-A482-402E-ACC1-8AE7593C360A}" srcOrd="0" destOrd="0" presId="urn:microsoft.com/office/officeart/2005/8/layout/orgChart1"/>
    <dgm:cxn modelId="{4DAA1A3B-55D0-443C-9222-B23BE2D05F39}" type="presParOf" srcId="{9DCA29CB-A482-402E-ACC1-8AE7593C360A}" destId="{CD0E8E62-85D7-41B1-93FD-580C9D116847}" srcOrd="0" destOrd="0" presId="urn:microsoft.com/office/officeart/2005/8/layout/orgChart1"/>
    <dgm:cxn modelId="{BC5FF8CD-68FD-44D5-ADB9-B60A8192164C}" type="presParOf" srcId="{9DCA29CB-A482-402E-ACC1-8AE7593C360A}" destId="{FDCACB14-8B56-4D73-A157-D43D97E87D44}" srcOrd="1" destOrd="0" presId="urn:microsoft.com/office/officeart/2005/8/layout/orgChart1"/>
    <dgm:cxn modelId="{23E4C1C3-3CF0-4A17-9461-344CF5CACB4E}" type="presParOf" srcId="{4FB40FD0-2DB8-497C-9D06-40BF48C9252E}" destId="{573BE765-C4C7-4D4F-B285-A6C2B8C4E08C}" srcOrd="1" destOrd="0" presId="urn:microsoft.com/office/officeart/2005/8/layout/orgChart1"/>
    <dgm:cxn modelId="{511FD20F-9043-42D2-A737-B4CE30D3F882}" type="presParOf" srcId="{4FB40FD0-2DB8-497C-9D06-40BF48C9252E}" destId="{6200B414-423C-4878-A79D-98CB856BE4E4}" srcOrd="2" destOrd="0" presId="urn:microsoft.com/office/officeart/2005/8/layout/orgChart1"/>
    <dgm:cxn modelId="{CF58DFCF-8B01-49A0-B929-83C8F7A2A055}" type="presParOf" srcId="{6200B414-423C-4878-A79D-98CB856BE4E4}" destId="{BBF0D46E-EF56-4EB2-9738-ED9C5A7DD8A7}" srcOrd="0" destOrd="0" presId="urn:microsoft.com/office/officeart/2005/8/layout/orgChart1"/>
    <dgm:cxn modelId="{BD514D41-EBF1-40E8-B6DB-C580C420DD0D}" type="presParOf" srcId="{6200B414-423C-4878-A79D-98CB856BE4E4}" destId="{F8FC27C0-9394-47F6-B5E5-48334EDAA707}" srcOrd="1" destOrd="0" presId="urn:microsoft.com/office/officeart/2005/8/layout/orgChart1"/>
    <dgm:cxn modelId="{D2E94333-FCDF-4934-9223-31966B7499E9}" type="presParOf" srcId="{F8FC27C0-9394-47F6-B5E5-48334EDAA707}" destId="{F205BC78-4247-41A0-B8E0-5FB1A8C9465C}" srcOrd="0" destOrd="0" presId="urn:microsoft.com/office/officeart/2005/8/layout/orgChart1"/>
    <dgm:cxn modelId="{E05BBD2F-B820-4B8F-B9B3-8A9402072B8B}" type="presParOf" srcId="{F205BC78-4247-41A0-B8E0-5FB1A8C9465C}" destId="{7CAEDC36-9867-47E5-AD2F-D94D87BC998A}" srcOrd="0" destOrd="0" presId="urn:microsoft.com/office/officeart/2005/8/layout/orgChart1"/>
    <dgm:cxn modelId="{FF531FCE-C0F6-4148-8FD7-0FC712A69ACD}" type="presParOf" srcId="{F205BC78-4247-41A0-B8E0-5FB1A8C9465C}" destId="{2EFDFB9A-2E87-471F-AA07-D5CE644F02FE}" srcOrd="1" destOrd="0" presId="urn:microsoft.com/office/officeart/2005/8/layout/orgChart1"/>
    <dgm:cxn modelId="{3B0FFDDA-BBD8-4544-8CCD-0E412D977C76}" type="presParOf" srcId="{F8FC27C0-9394-47F6-B5E5-48334EDAA707}" destId="{301C66F0-7096-4D13-BF83-20DCD4721D7E}" srcOrd="1" destOrd="0" presId="urn:microsoft.com/office/officeart/2005/8/layout/orgChart1"/>
    <dgm:cxn modelId="{9FB9F43A-3510-4F2F-8F3F-2962AAE54EF7}" type="presParOf" srcId="{F8FC27C0-9394-47F6-B5E5-48334EDAA707}" destId="{8CF8BB87-F735-43A3-A781-40E1569BDB43}" srcOrd="2" destOrd="0" presId="urn:microsoft.com/office/officeart/2005/8/layout/orgChart1"/>
    <dgm:cxn modelId="{E82398BC-25E3-4ADC-97E8-9352D8A7E9F6}" type="presParOf" srcId="{6200B414-423C-4878-A79D-98CB856BE4E4}" destId="{1616658F-FB4D-4A75-A81A-BF222685958F}" srcOrd="2" destOrd="0" presId="urn:microsoft.com/office/officeart/2005/8/layout/orgChart1"/>
    <dgm:cxn modelId="{76F01B41-62C2-410F-9D85-626B62C4C9F9}" type="presParOf" srcId="{6200B414-423C-4878-A79D-98CB856BE4E4}" destId="{E2AEF0E6-E72B-4D4F-AD61-9B94473B32B2}" srcOrd="3" destOrd="0" presId="urn:microsoft.com/office/officeart/2005/8/layout/orgChart1"/>
    <dgm:cxn modelId="{5B155136-FCBA-4467-B40C-10D16B4C8907}" type="presParOf" srcId="{E2AEF0E6-E72B-4D4F-AD61-9B94473B32B2}" destId="{55632F82-B724-41EE-AB74-51B0DE7A2E6C}" srcOrd="0" destOrd="0" presId="urn:microsoft.com/office/officeart/2005/8/layout/orgChart1"/>
    <dgm:cxn modelId="{9649134A-8BEA-4550-B13A-9CD599183966}" type="presParOf" srcId="{55632F82-B724-41EE-AB74-51B0DE7A2E6C}" destId="{40F1A870-F563-4992-83A0-D13308026164}" srcOrd="0" destOrd="0" presId="urn:microsoft.com/office/officeart/2005/8/layout/orgChart1"/>
    <dgm:cxn modelId="{4CA031F1-DAA6-466D-878B-74ECE5529D27}" type="presParOf" srcId="{55632F82-B724-41EE-AB74-51B0DE7A2E6C}" destId="{9E7427A6-020A-4078-99FC-2FDF850AB637}" srcOrd="1" destOrd="0" presId="urn:microsoft.com/office/officeart/2005/8/layout/orgChart1"/>
    <dgm:cxn modelId="{D45128CB-C6DD-4EF8-B7C1-1375C82C8C8E}" type="presParOf" srcId="{E2AEF0E6-E72B-4D4F-AD61-9B94473B32B2}" destId="{D5FEB7F3-505A-4DCA-B7B6-13C2801A9BE6}" srcOrd="1" destOrd="0" presId="urn:microsoft.com/office/officeart/2005/8/layout/orgChart1"/>
    <dgm:cxn modelId="{962EF5D5-F147-4195-A98A-7D15F139CED4}" type="presParOf" srcId="{E2AEF0E6-E72B-4D4F-AD61-9B94473B32B2}" destId="{4F9CAA80-D60C-4CCE-B9F5-B31A4FAEAF37}" srcOrd="2" destOrd="0" presId="urn:microsoft.com/office/officeart/2005/8/layout/orgChart1"/>
    <dgm:cxn modelId="{C64EA21B-F265-4C38-8B85-3798015F21B4}" type="presParOf" srcId="{6373BB4B-15CF-4863-BE69-7E3D64C6437F}" destId="{FC9E6C22-902D-4CDB-9BAB-5B47D10A3471}" srcOrd="6" destOrd="0" presId="urn:microsoft.com/office/officeart/2005/8/layout/orgChart1"/>
    <dgm:cxn modelId="{F5E85EFD-FB77-43D0-9530-0E06DE596B58}" type="presParOf" srcId="{6373BB4B-15CF-4863-BE69-7E3D64C6437F}" destId="{E831FE66-2CDD-4982-926F-CDB913DE0161}" srcOrd="7" destOrd="0" presId="urn:microsoft.com/office/officeart/2005/8/layout/orgChart1"/>
    <dgm:cxn modelId="{A51B3FED-0CC5-4D69-84EF-1B4F004B3DE8}" type="presParOf" srcId="{E831FE66-2CDD-4982-926F-CDB913DE0161}" destId="{DB89DCDD-DD4B-40C3-BA77-C63A035080EC}" srcOrd="0" destOrd="0" presId="urn:microsoft.com/office/officeart/2005/8/layout/orgChart1"/>
    <dgm:cxn modelId="{6ED12A0B-F655-44EE-9F9A-2CB2791DB770}" type="presParOf" srcId="{DB89DCDD-DD4B-40C3-BA77-C63A035080EC}" destId="{4A059427-76EB-48CB-8ABA-984AA6C3773E}" srcOrd="0" destOrd="0" presId="urn:microsoft.com/office/officeart/2005/8/layout/orgChart1"/>
    <dgm:cxn modelId="{FAA28158-64BA-4A0C-876D-219594413D15}" type="presParOf" srcId="{DB89DCDD-DD4B-40C3-BA77-C63A035080EC}" destId="{19C7C396-89D4-419F-ACE2-3E8C488062D7}" srcOrd="1" destOrd="0" presId="urn:microsoft.com/office/officeart/2005/8/layout/orgChart1"/>
    <dgm:cxn modelId="{283CD3BA-8CA7-4971-906D-09B22FC1E184}" type="presParOf" srcId="{E831FE66-2CDD-4982-926F-CDB913DE0161}" destId="{8509D4D6-AEEE-47FA-A469-7CABA3DA7509}" srcOrd="1" destOrd="0" presId="urn:microsoft.com/office/officeart/2005/8/layout/orgChart1"/>
    <dgm:cxn modelId="{8F9F2F04-DB62-4E22-93D5-D9ABB4600611}" type="presParOf" srcId="{E831FE66-2CDD-4982-926F-CDB913DE0161}" destId="{0F03F113-6956-4386-A516-A41E6F7E4D80}" srcOrd="2" destOrd="0" presId="urn:microsoft.com/office/officeart/2005/8/layout/orgChart1"/>
    <dgm:cxn modelId="{5F7F8805-B9C8-499C-979D-9A5D0C5A6D5D}" type="presParOf" srcId="{0F03F113-6956-4386-A516-A41E6F7E4D80}" destId="{527A6C02-21B3-4AA8-8913-E8E4407190F3}" srcOrd="0" destOrd="0" presId="urn:microsoft.com/office/officeart/2005/8/layout/orgChart1"/>
    <dgm:cxn modelId="{85296473-0CC2-49D4-9C0E-6E6291885CFF}" type="presParOf" srcId="{0F03F113-6956-4386-A516-A41E6F7E4D80}" destId="{A5A2C0DA-A44C-4A3B-9884-5897FB25D329}" srcOrd="1" destOrd="0" presId="urn:microsoft.com/office/officeart/2005/8/layout/orgChart1"/>
    <dgm:cxn modelId="{1BAEABB2-B65D-4A91-AB56-9F1E295816DC}" type="presParOf" srcId="{A5A2C0DA-A44C-4A3B-9884-5897FB25D329}" destId="{AFD37708-F00F-461C-B95A-C0A77F0B208B}" srcOrd="0" destOrd="0" presId="urn:microsoft.com/office/officeart/2005/8/layout/orgChart1"/>
    <dgm:cxn modelId="{F175A854-A84A-4AA2-BD76-B09C27481433}" type="presParOf" srcId="{AFD37708-F00F-461C-B95A-C0A77F0B208B}" destId="{7797A2BD-E85A-425D-9E2E-50ADC0AB75BD}" srcOrd="0" destOrd="0" presId="urn:microsoft.com/office/officeart/2005/8/layout/orgChart1"/>
    <dgm:cxn modelId="{EBE96DBA-E857-4EF4-BCC5-E72DE3A2DC6F}" type="presParOf" srcId="{AFD37708-F00F-461C-B95A-C0A77F0B208B}" destId="{B5243923-6DD7-4CF1-8C0E-992D2610F7CF}" srcOrd="1" destOrd="0" presId="urn:microsoft.com/office/officeart/2005/8/layout/orgChart1"/>
    <dgm:cxn modelId="{33326096-A995-4574-9A0D-089D309D2971}" type="presParOf" srcId="{A5A2C0DA-A44C-4A3B-9884-5897FB25D329}" destId="{CB402BDE-B466-4A6A-8C60-9802C10DB86B}" srcOrd="1" destOrd="0" presId="urn:microsoft.com/office/officeart/2005/8/layout/orgChart1"/>
    <dgm:cxn modelId="{DE82F206-C1C7-440A-8D59-7B2CDDC35840}" type="presParOf" srcId="{A5A2C0DA-A44C-4A3B-9884-5897FB25D329}" destId="{EE4407FE-D45C-4FF2-8368-190936B241B2}" srcOrd="2" destOrd="0" presId="urn:microsoft.com/office/officeart/2005/8/layout/orgChart1"/>
    <dgm:cxn modelId="{E851EB62-B020-478E-9C22-887FF7581F0C}" type="presParOf" srcId="{0F03F113-6956-4386-A516-A41E6F7E4D80}" destId="{2CDAFEAB-0701-432D-8B80-9E7C5E8A8D3F}" srcOrd="2" destOrd="0" presId="urn:microsoft.com/office/officeart/2005/8/layout/orgChart1"/>
    <dgm:cxn modelId="{48718F93-5EE1-49AD-9452-C0E6D8E1E458}" type="presParOf" srcId="{0F03F113-6956-4386-A516-A41E6F7E4D80}" destId="{7C3D5EF6-41BA-4E3C-AEA9-C327FE1D3511}" srcOrd="3" destOrd="0" presId="urn:microsoft.com/office/officeart/2005/8/layout/orgChart1"/>
    <dgm:cxn modelId="{649B87C0-6495-4554-933D-CFBDB80A3A29}" type="presParOf" srcId="{7C3D5EF6-41BA-4E3C-AEA9-C327FE1D3511}" destId="{65C67B83-5A50-4523-878F-FFA303011728}" srcOrd="0" destOrd="0" presId="urn:microsoft.com/office/officeart/2005/8/layout/orgChart1"/>
    <dgm:cxn modelId="{374E2430-EF65-4B39-9E8C-091EAC3BB741}" type="presParOf" srcId="{65C67B83-5A50-4523-878F-FFA303011728}" destId="{72CCF2EE-C800-4F43-9E0E-167CF3F8D991}" srcOrd="0" destOrd="0" presId="urn:microsoft.com/office/officeart/2005/8/layout/orgChart1"/>
    <dgm:cxn modelId="{EF649A1E-480A-484F-BC21-7B72D4A76C9F}" type="presParOf" srcId="{65C67B83-5A50-4523-878F-FFA303011728}" destId="{5200E439-F68D-405B-830F-DD21476925F5}" srcOrd="1" destOrd="0" presId="urn:microsoft.com/office/officeart/2005/8/layout/orgChart1"/>
    <dgm:cxn modelId="{53EA0C29-B54A-4646-BF65-CAA6F8FDA248}" type="presParOf" srcId="{7C3D5EF6-41BA-4E3C-AEA9-C327FE1D3511}" destId="{06933E69-0F4E-458E-AA6E-7969849F109C}" srcOrd="1" destOrd="0" presId="urn:microsoft.com/office/officeart/2005/8/layout/orgChart1"/>
    <dgm:cxn modelId="{EB0B7D75-E666-4B3B-AF26-0DF019F1BA20}" type="presParOf" srcId="{7C3D5EF6-41BA-4E3C-AEA9-C327FE1D3511}" destId="{6F9926AB-8107-4B85-B1A2-D999662DF48E}" srcOrd="2" destOrd="0" presId="urn:microsoft.com/office/officeart/2005/8/layout/orgChart1"/>
    <dgm:cxn modelId="{7DA90B9C-84AF-4CEA-ABA5-8E41D0122EBB}" type="presParOf" srcId="{6373BB4B-15CF-4863-BE69-7E3D64C6437F}" destId="{2B7C06D6-E995-4A72-9DD1-6344E864D1C5}" srcOrd="8" destOrd="0" presId="urn:microsoft.com/office/officeart/2005/8/layout/orgChart1"/>
    <dgm:cxn modelId="{9B7C6E88-B6E1-4A79-9C2E-5C77E772EDC9}" type="presParOf" srcId="{6373BB4B-15CF-4863-BE69-7E3D64C6437F}" destId="{418CD4B5-B8B3-4BA3-AC1C-A148013D3A6B}" srcOrd="9" destOrd="0" presId="urn:microsoft.com/office/officeart/2005/8/layout/orgChart1"/>
    <dgm:cxn modelId="{D3EBF30F-D257-4CD2-8447-5BF8133192D5}" type="presParOf" srcId="{418CD4B5-B8B3-4BA3-AC1C-A148013D3A6B}" destId="{AFDE2F5E-1566-46A4-B26E-855AB2C7A6EE}" srcOrd="0" destOrd="0" presId="urn:microsoft.com/office/officeart/2005/8/layout/orgChart1"/>
    <dgm:cxn modelId="{E3828D22-5424-4E3F-B803-4E87A79AB1E9}" type="presParOf" srcId="{AFDE2F5E-1566-46A4-B26E-855AB2C7A6EE}" destId="{39D31D31-14CA-46BC-886C-47EA8A626F86}" srcOrd="0" destOrd="0" presId="urn:microsoft.com/office/officeart/2005/8/layout/orgChart1"/>
    <dgm:cxn modelId="{28500183-2314-470F-8B36-0FC3870B5641}" type="presParOf" srcId="{AFDE2F5E-1566-46A4-B26E-855AB2C7A6EE}" destId="{D0339872-60C2-49EA-A150-7E096F076DF0}" srcOrd="1" destOrd="0" presId="urn:microsoft.com/office/officeart/2005/8/layout/orgChart1"/>
    <dgm:cxn modelId="{D61CD182-EAE0-43CB-A58E-34A3AFC171FB}" type="presParOf" srcId="{418CD4B5-B8B3-4BA3-AC1C-A148013D3A6B}" destId="{1D68374E-F1FE-4920-AB69-3F65FE2AF4AC}" srcOrd="1" destOrd="0" presId="urn:microsoft.com/office/officeart/2005/8/layout/orgChart1"/>
    <dgm:cxn modelId="{537E758A-A9B7-4D03-8A2C-CED5D71BB015}" type="presParOf" srcId="{418CD4B5-B8B3-4BA3-AC1C-A148013D3A6B}" destId="{2EA00A8F-43CE-444F-9D1B-37B268836B1B}" srcOrd="2" destOrd="0" presId="urn:microsoft.com/office/officeart/2005/8/layout/orgChart1"/>
    <dgm:cxn modelId="{895B2B03-BA24-488E-835D-C977CE705343}" type="presParOf" srcId="{2EA00A8F-43CE-444F-9D1B-37B268836B1B}" destId="{83D2A2DD-90F3-4CE7-8CCD-93C70C31BDDD}" srcOrd="0" destOrd="0" presId="urn:microsoft.com/office/officeart/2005/8/layout/orgChart1"/>
    <dgm:cxn modelId="{D8D5DDB2-5E0A-495B-8D11-F3358EA18B3A}" type="presParOf" srcId="{2EA00A8F-43CE-444F-9D1B-37B268836B1B}" destId="{466DAC1F-62CA-4C0A-92DB-3317F8095FC2}" srcOrd="1" destOrd="0" presId="urn:microsoft.com/office/officeart/2005/8/layout/orgChart1"/>
    <dgm:cxn modelId="{11FC873D-F37D-4EC7-ADCC-6D4DDFAA264C}" type="presParOf" srcId="{466DAC1F-62CA-4C0A-92DB-3317F8095FC2}" destId="{F88096FF-1484-4F2B-85F0-F5AA68838030}" srcOrd="0" destOrd="0" presId="urn:microsoft.com/office/officeart/2005/8/layout/orgChart1"/>
    <dgm:cxn modelId="{49FA889F-1A47-4D7F-896A-33B3E1BB336C}" type="presParOf" srcId="{F88096FF-1484-4F2B-85F0-F5AA68838030}" destId="{9261202B-BB97-4F4D-AECF-9EDE94256159}" srcOrd="0" destOrd="0" presId="urn:microsoft.com/office/officeart/2005/8/layout/orgChart1"/>
    <dgm:cxn modelId="{64CC5292-E827-4930-9534-0DB2A2B73CF2}" type="presParOf" srcId="{F88096FF-1484-4F2B-85F0-F5AA68838030}" destId="{AA7B3C1B-91EA-4100-82E4-8D89D91975AB}" srcOrd="1" destOrd="0" presId="urn:microsoft.com/office/officeart/2005/8/layout/orgChart1"/>
    <dgm:cxn modelId="{D090E63D-15A6-4964-A820-59420585FC09}" type="presParOf" srcId="{466DAC1F-62CA-4C0A-92DB-3317F8095FC2}" destId="{6B3DADE7-6902-4DB2-A9C4-F8A1C807B329}" srcOrd="1" destOrd="0" presId="urn:microsoft.com/office/officeart/2005/8/layout/orgChart1"/>
    <dgm:cxn modelId="{2CFCDA33-83B7-41C7-9711-066E378182B6}" type="presParOf" srcId="{466DAC1F-62CA-4C0A-92DB-3317F8095FC2}" destId="{489E42C7-6D26-4CA4-940A-D33F6092A74D}" srcOrd="2" destOrd="0" presId="urn:microsoft.com/office/officeart/2005/8/layout/orgChart1"/>
    <dgm:cxn modelId="{B9D2D4AB-B411-45D9-9C7B-6DAA46D3D716}" type="presParOf" srcId="{2EA00A8F-43CE-444F-9D1B-37B268836B1B}" destId="{9B3D7115-FE37-459B-A6B2-D055997D67B3}" srcOrd="2" destOrd="0" presId="urn:microsoft.com/office/officeart/2005/8/layout/orgChart1"/>
    <dgm:cxn modelId="{57EA6B3B-E4FC-4AFE-BE1B-2BB7F4617EB6}" type="presParOf" srcId="{2EA00A8F-43CE-444F-9D1B-37B268836B1B}" destId="{3F436ABE-3DB0-4729-91E4-C36D4DD19894}" srcOrd="3" destOrd="0" presId="urn:microsoft.com/office/officeart/2005/8/layout/orgChart1"/>
    <dgm:cxn modelId="{6A88D667-9B78-4BFF-9B62-6C6E868C92FB}" type="presParOf" srcId="{3F436ABE-3DB0-4729-91E4-C36D4DD19894}" destId="{7B2A8D79-EEF9-40A5-8A62-D7E2C5D23560}" srcOrd="0" destOrd="0" presId="urn:microsoft.com/office/officeart/2005/8/layout/orgChart1"/>
    <dgm:cxn modelId="{A962297F-8501-41AC-9DE6-EB9451310512}" type="presParOf" srcId="{7B2A8D79-EEF9-40A5-8A62-D7E2C5D23560}" destId="{E419DD2E-AAC5-486F-87C5-786E3B7E0B27}" srcOrd="0" destOrd="0" presId="urn:microsoft.com/office/officeart/2005/8/layout/orgChart1"/>
    <dgm:cxn modelId="{FD36A5A8-3266-46B4-856F-E9B24F4ED1B5}" type="presParOf" srcId="{7B2A8D79-EEF9-40A5-8A62-D7E2C5D23560}" destId="{C2BA5473-9272-48CF-80F9-A9E493FEA086}" srcOrd="1" destOrd="0" presId="urn:microsoft.com/office/officeart/2005/8/layout/orgChart1"/>
    <dgm:cxn modelId="{BC13FBBD-D06D-4B25-B677-7D7FFCEC00AB}" type="presParOf" srcId="{3F436ABE-3DB0-4729-91E4-C36D4DD19894}" destId="{D875A495-C379-487F-9CDF-ECBA08EFFFCC}" srcOrd="1" destOrd="0" presId="urn:microsoft.com/office/officeart/2005/8/layout/orgChart1"/>
    <dgm:cxn modelId="{959DCE6E-6E96-4C8A-8641-122C71E70BD9}" type="presParOf" srcId="{3F436ABE-3DB0-4729-91E4-C36D4DD19894}" destId="{CE5592A9-B02B-47AA-A9E7-2FC0D3B00795}" srcOrd="2" destOrd="0" presId="urn:microsoft.com/office/officeart/2005/8/layout/orgChart1"/>
    <dgm:cxn modelId="{EA44F765-E37F-4605-9F79-32B0696CF126}" type="presParOf" srcId="{BA0DFDE9-1F31-4FF1-A2DD-F9FBC2B45E62}" destId="{096F9C93-2D4F-4CE6-8AC6-0CD7EE05B1D8}"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207267-C849-43BF-9007-96DEB85F8940}">
      <dsp:nvSpPr>
        <dsp:cNvPr id="0" name=""/>
        <dsp:cNvSpPr/>
      </dsp:nvSpPr>
      <dsp:spPr>
        <a:xfrm>
          <a:off x="3092" y="1254927"/>
          <a:ext cx="2878906" cy="863671"/>
        </a:xfrm>
        <a:prstGeom prst="chevron">
          <a:avLst>
            <a:gd name="adj" fmla="val 3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39" tIns="106639" rIns="106639" bIns="106639" numCol="1" spcCol="1270" anchor="ctr" anchorCtr="0">
          <a:noAutofit/>
        </a:bodyPr>
        <a:lstStyle/>
        <a:p>
          <a:pPr marL="0" lvl="0" indent="0" algn="ctr" defTabSz="1066800">
            <a:lnSpc>
              <a:spcPct val="90000"/>
            </a:lnSpc>
            <a:spcBef>
              <a:spcPct val="0"/>
            </a:spcBef>
            <a:spcAft>
              <a:spcPct val="35000"/>
            </a:spcAft>
            <a:buNone/>
          </a:pPr>
          <a:r>
            <a:rPr lang="en-US" sz="2400" kern="1200" dirty="0"/>
            <a:t>Phase 1</a:t>
          </a:r>
        </a:p>
      </dsp:txBody>
      <dsp:txXfrm>
        <a:off x="262193" y="1254927"/>
        <a:ext cx="2360704" cy="863671"/>
      </dsp:txXfrm>
    </dsp:sp>
    <dsp:sp modelId="{9F729971-CB9A-4FD1-AD1D-33529A87876A}">
      <dsp:nvSpPr>
        <dsp:cNvPr id="0" name=""/>
        <dsp:cNvSpPr/>
      </dsp:nvSpPr>
      <dsp:spPr>
        <a:xfrm>
          <a:off x="3092" y="2118599"/>
          <a:ext cx="2619804" cy="290110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7023" tIns="207023" rIns="207023" bIns="414046" numCol="1" spcCol="1270" anchor="t" anchorCtr="0">
          <a:noAutofit/>
        </a:bodyPr>
        <a:lstStyle/>
        <a:p>
          <a:pPr marL="0" lvl="0" indent="0" algn="l" defTabSz="711200">
            <a:lnSpc>
              <a:spcPct val="90000"/>
            </a:lnSpc>
            <a:spcBef>
              <a:spcPct val="0"/>
            </a:spcBef>
            <a:spcAft>
              <a:spcPct val="35000"/>
            </a:spcAft>
            <a:buNone/>
          </a:pPr>
          <a:r>
            <a:rPr lang="en-US" sz="1600" b="1" kern="1200" dirty="0">
              <a:latin typeface="Calibri"/>
              <a:cs typeface="Times New Roman"/>
            </a:rPr>
            <a:t>Blending</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latin typeface="Calibri Light"/>
              <a:cs typeface="Calibri Light"/>
            </a:rPr>
            <a:t>Chemical mixing</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latin typeface="Calibri Light"/>
              <a:cs typeface="Calibri Light"/>
            </a:rPr>
            <a:t>Dispersions &amp; Emulsions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latin typeface="Calibri Light"/>
              <a:cs typeface="Calibri Light"/>
            </a:rPr>
            <a:t>Focus on Production chemicals &amp; Drilling Products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latin typeface="Calibri Light"/>
              <a:cs typeface="Calibri Light"/>
            </a:rPr>
            <a:t>Analytical capabilities and product customization</a:t>
          </a:r>
        </a:p>
      </dsp:txBody>
      <dsp:txXfrm>
        <a:off x="3092" y="2118599"/>
        <a:ext cx="2619804" cy="2901109"/>
      </dsp:txXfrm>
    </dsp:sp>
    <dsp:sp modelId="{AD0852B2-8724-47BF-AAB1-C98848C112AF}">
      <dsp:nvSpPr>
        <dsp:cNvPr id="0" name=""/>
        <dsp:cNvSpPr/>
      </dsp:nvSpPr>
      <dsp:spPr>
        <a:xfrm>
          <a:off x="2839211" y="1254927"/>
          <a:ext cx="2878906" cy="863671"/>
        </a:xfrm>
        <a:prstGeom prst="chevron">
          <a:avLst>
            <a:gd name="adj" fmla="val 30000"/>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39" tIns="106639" rIns="106639" bIns="106639" numCol="1" spcCol="1270" anchor="ctr" anchorCtr="0">
          <a:noAutofit/>
        </a:bodyPr>
        <a:lstStyle/>
        <a:p>
          <a:pPr marL="0" lvl="0" indent="0" algn="ctr" defTabSz="1066800">
            <a:lnSpc>
              <a:spcPct val="90000"/>
            </a:lnSpc>
            <a:spcBef>
              <a:spcPct val="0"/>
            </a:spcBef>
            <a:spcAft>
              <a:spcPct val="35000"/>
            </a:spcAft>
            <a:buNone/>
          </a:pPr>
          <a:r>
            <a:rPr lang="en-US" sz="2400" kern="1200" dirty="0"/>
            <a:t>Phase 2</a:t>
          </a:r>
        </a:p>
      </dsp:txBody>
      <dsp:txXfrm>
        <a:off x="3098312" y="1254927"/>
        <a:ext cx="2360704" cy="863671"/>
      </dsp:txXfrm>
    </dsp:sp>
    <dsp:sp modelId="{1DF57555-8BCB-4815-BC5A-E2ED9377E6EF}">
      <dsp:nvSpPr>
        <dsp:cNvPr id="0" name=""/>
        <dsp:cNvSpPr/>
      </dsp:nvSpPr>
      <dsp:spPr>
        <a:xfrm>
          <a:off x="2839211" y="2118599"/>
          <a:ext cx="2619804" cy="2901109"/>
        </a:xfrm>
        <a:prstGeom prst="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3369881"/>
              <a:satOff val="-11416"/>
              <a:lumOff val="-14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7023" tIns="207023" rIns="207023" bIns="414046" numCol="1" spcCol="1270" anchor="t" anchorCtr="0">
          <a:noAutofit/>
        </a:bodyPr>
        <a:lstStyle/>
        <a:p>
          <a:pPr marL="0" lvl="0" indent="0" algn="l" defTabSz="711200">
            <a:lnSpc>
              <a:spcPct val="90000"/>
            </a:lnSpc>
            <a:spcBef>
              <a:spcPct val="0"/>
            </a:spcBef>
            <a:spcAft>
              <a:spcPct val="35000"/>
            </a:spcAft>
            <a:buNone/>
          </a:pPr>
          <a:r>
            <a:rPr lang="en-US" sz="1600" b="1" kern="1200" dirty="0">
              <a:latin typeface="Calibri"/>
              <a:cs typeface="Times New Roman"/>
            </a:rPr>
            <a:t>Blending and Chemical Reactions </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latin typeface="Calibri Light"/>
              <a:cs typeface="Calibri Light"/>
            </a:rPr>
            <a:t>Creating new molecular entities through chemical reactions of gaseous, liquid or solid raw materials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latin typeface="Calibri Light"/>
              <a:cs typeface="Calibri Light"/>
            </a:rPr>
            <a:t>Advance analytical capabilities</a:t>
          </a:r>
        </a:p>
      </dsp:txBody>
      <dsp:txXfrm>
        <a:off x="2839211" y="2118599"/>
        <a:ext cx="2619804" cy="2901109"/>
      </dsp:txXfrm>
    </dsp:sp>
    <dsp:sp modelId="{D7FCE641-3744-41AD-9C1D-098088738380}">
      <dsp:nvSpPr>
        <dsp:cNvPr id="0" name=""/>
        <dsp:cNvSpPr/>
      </dsp:nvSpPr>
      <dsp:spPr>
        <a:xfrm>
          <a:off x="5675330" y="1254927"/>
          <a:ext cx="2878906" cy="863671"/>
        </a:xfrm>
        <a:prstGeom prst="chevron">
          <a:avLst>
            <a:gd name="adj" fmla="val 30000"/>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39" tIns="106639" rIns="106639" bIns="106639" numCol="1" spcCol="1270" anchor="ctr" anchorCtr="0">
          <a:noAutofit/>
        </a:bodyPr>
        <a:lstStyle/>
        <a:p>
          <a:pPr marL="0" lvl="0" indent="0" algn="ctr" defTabSz="1066800">
            <a:lnSpc>
              <a:spcPct val="90000"/>
            </a:lnSpc>
            <a:spcBef>
              <a:spcPct val="0"/>
            </a:spcBef>
            <a:spcAft>
              <a:spcPct val="35000"/>
            </a:spcAft>
            <a:buNone/>
          </a:pPr>
          <a:r>
            <a:rPr lang="en-US" sz="2400" kern="1200" dirty="0"/>
            <a:t>Phase 3</a:t>
          </a:r>
        </a:p>
      </dsp:txBody>
      <dsp:txXfrm>
        <a:off x="5934431" y="1254927"/>
        <a:ext cx="2360704" cy="863671"/>
      </dsp:txXfrm>
    </dsp:sp>
    <dsp:sp modelId="{B4B9D8A5-E63B-4B2F-A796-7402416000C2}">
      <dsp:nvSpPr>
        <dsp:cNvPr id="0" name=""/>
        <dsp:cNvSpPr/>
      </dsp:nvSpPr>
      <dsp:spPr>
        <a:xfrm>
          <a:off x="5675330" y="2118599"/>
          <a:ext cx="2619804" cy="2901109"/>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7023" tIns="207023" rIns="207023" bIns="414046" numCol="1" spcCol="1270" anchor="t" anchorCtr="0">
          <a:noAutofit/>
        </a:bodyPr>
        <a:lstStyle/>
        <a:p>
          <a:pPr marL="0" lvl="0" indent="0" algn="l" defTabSz="711200">
            <a:lnSpc>
              <a:spcPct val="90000"/>
            </a:lnSpc>
            <a:spcBef>
              <a:spcPct val="0"/>
            </a:spcBef>
            <a:spcAft>
              <a:spcPct val="35000"/>
            </a:spcAft>
            <a:buNone/>
          </a:pPr>
          <a:r>
            <a:rPr lang="en-US" sz="1600" b="1" kern="1200" dirty="0">
              <a:latin typeface="Calibri"/>
              <a:cs typeface="Calibri"/>
            </a:rPr>
            <a:t>Product Development</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Synthesis and process development</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Applications testing lab</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dirty="0"/>
            <a:t>Scale up and pilot plant facilities</a:t>
          </a:r>
        </a:p>
      </dsp:txBody>
      <dsp:txXfrm>
        <a:off x="5675330" y="2118599"/>
        <a:ext cx="2619804" cy="29011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3D7115-FE37-459B-A6B2-D055997D67B3}">
      <dsp:nvSpPr>
        <dsp:cNvPr id="0" name=""/>
        <dsp:cNvSpPr/>
      </dsp:nvSpPr>
      <dsp:spPr>
        <a:xfrm>
          <a:off x="10101596" y="2728082"/>
          <a:ext cx="98328" cy="430771"/>
        </a:xfrm>
        <a:custGeom>
          <a:avLst/>
          <a:gdLst/>
          <a:ahLst/>
          <a:cxnLst/>
          <a:rect l="0" t="0" r="0" b="0"/>
          <a:pathLst>
            <a:path>
              <a:moveTo>
                <a:pt x="0" y="0"/>
              </a:moveTo>
              <a:lnTo>
                <a:pt x="0" y="430771"/>
              </a:lnTo>
              <a:lnTo>
                <a:pt x="98328"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D2A2DD-90F3-4CE7-8CCD-93C70C31BDDD}">
      <dsp:nvSpPr>
        <dsp:cNvPr id="0" name=""/>
        <dsp:cNvSpPr/>
      </dsp:nvSpPr>
      <dsp:spPr>
        <a:xfrm>
          <a:off x="10003267" y="2728082"/>
          <a:ext cx="98328" cy="430771"/>
        </a:xfrm>
        <a:custGeom>
          <a:avLst/>
          <a:gdLst/>
          <a:ahLst/>
          <a:cxnLst/>
          <a:rect l="0" t="0" r="0" b="0"/>
          <a:pathLst>
            <a:path>
              <a:moveTo>
                <a:pt x="98328" y="0"/>
              </a:moveTo>
              <a:lnTo>
                <a:pt x="98328" y="430771"/>
              </a:lnTo>
              <a:lnTo>
                <a:pt x="0"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7C06D6-E995-4A72-9DD1-6344E864D1C5}">
      <dsp:nvSpPr>
        <dsp:cNvPr id="0" name=""/>
        <dsp:cNvSpPr/>
      </dsp:nvSpPr>
      <dsp:spPr>
        <a:xfrm>
          <a:off x="5569131" y="2063195"/>
          <a:ext cx="4532465" cy="196656"/>
        </a:xfrm>
        <a:custGeom>
          <a:avLst/>
          <a:gdLst/>
          <a:ahLst/>
          <a:cxnLst/>
          <a:rect l="0" t="0" r="0" b="0"/>
          <a:pathLst>
            <a:path>
              <a:moveTo>
                <a:pt x="0" y="0"/>
              </a:moveTo>
              <a:lnTo>
                <a:pt x="0" y="98328"/>
              </a:lnTo>
              <a:lnTo>
                <a:pt x="4532465" y="98328"/>
              </a:lnTo>
              <a:lnTo>
                <a:pt x="4532465" y="1966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DAFEAB-0701-432D-8B80-9E7C5E8A8D3F}">
      <dsp:nvSpPr>
        <dsp:cNvPr id="0" name=""/>
        <dsp:cNvSpPr/>
      </dsp:nvSpPr>
      <dsp:spPr>
        <a:xfrm>
          <a:off x="7835363" y="2728082"/>
          <a:ext cx="98328" cy="430771"/>
        </a:xfrm>
        <a:custGeom>
          <a:avLst/>
          <a:gdLst/>
          <a:ahLst/>
          <a:cxnLst/>
          <a:rect l="0" t="0" r="0" b="0"/>
          <a:pathLst>
            <a:path>
              <a:moveTo>
                <a:pt x="0" y="0"/>
              </a:moveTo>
              <a:lnTo>
                <a:pt x="0" y="430771"/>
              </a:lnTo>
              <a:lnTo>
                <a:pt x="98328"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7A6C02-21B3-4AA8-8913-E8E4407190F3}">
      <dsp:nvSpPr>
        <dsp:cNvPr id="0" name=""/>
        <dsp:cNvSpPr/>
      </dsp:nvSpPr>
      <dsp:spPr>
        <a:xfrm>
          <a:off x="7737035" y="2728082"/>
          <a:ext cx="98328" cy="430771"/>
        </a:xfrm>
        <a:custGeom>
          <a:avLst/>
          <a:gdLst/>
          <a:ahLst/>
          <a:cxnLst/>
          <a:rect l="0" t="0" r="0" b="0"/>
          <a:pathLst>
            <a:path>
              <a:moveTo>
                <a:pt x="98328" y="0"/>
              </a:moveTo>
              <a:lnTo>
                <a:pt x="98328" y="430771"/>
              </a:lnTo>
              <a:lnTo>
                <a:pt x="0"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9E6C22-902D-4CDB-9BAB-5B47D10A3471}">
      <dsp:nvSpPr>
        <dsp:cNvPr id="0" name=""/>
        <dsp:cNvSpPr/>
      </dsp:nvSpPr>
      <dsp:spPr>
        <a:xfrm>
          <a:off x="5569131" y="2063195"/>
          <a:ext cx="2266232" cy="196656"/>
        </a:xfrm>
        <a:custGeom>
          <a:avLst/>
          <a:gdLst/>
          <a:ahLst/>
          <a:cxnLst/>
          <a:rect l="0" t="0" r="0" b="0"/>
          <a:pathLst>
            <a:path>
              <a:moveTo>
                <a:pt x="0" y="0"/>
              </a:moveTo>
              <a:lnTo>
                <a:pt x="0" y="98328"/>
              </a:lnTo>
              <a:lnTo>
                <a:pt x="2266232" y="98328"/>
              </a:lnTo>
              <a:lnTo>
                <a:pt x="2266232" y="1966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16658F-FB4D-4A75-A81A-BF222685958F}">
      <dsp:nvSpPr>
        <dsp:cNvPr id="0" name=""/>
        <dsp:cNvSpPr/>
      </dsp:nvSpPr>
      <dsp:spPr>
        <a:xfrm>
          <a:off x="5569131" y="2728082"/>
          <a:ext cx="98328" cy="430771"/>
        </a:xfrm>
        <a:custGeom>
          <a:avLst/>
          <a:gdLst/>
          <a:ahLst/>
          <a:cxnLst/>
          <a:rect l="0" t="0" r="0" b="0"/>
          <a:pathLst>
            <a:path>
              <a:moveTo>
                <a:pt x="0" y="0"/>
              </a:moveTo>
              <a:lnTo>
                <a:pt x="0" y="430771"/>
              </a:lnTo>
              <a:lnTo>
                <a:pt x="98328"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F0D46E-EF56-4EB2-9738-ED9C5A7DD8A7}">
      <dsp:nvSpPr>
        <dsp:cNvPr id="0" name=""/>
        <dsp:cNvSpPr/>
      </dsp:nvSpPr>
      <dsp:spPr>
        <a:xfrm>
          <a:off x="5470802" y="2728082"/>
          <a:ext cx="98328" cy="430771"/>
        </a:xfrm>
        <a:custGeom>
          <a:avLst/>
          <a:gdLst/>
          <a:ahLst/>
          <a:cxnLst/>
          <a:rect l="0" t="0" r="0" b="0"/>
          <a:pathLst>
            <a:path>
              <a:moveTo>
                <a:pt x="98328" y="0"/>
              </a:moveTo>
              <a:lnTo>
                <a:pt x="98328" y="430771"/>
              </a:lnTo>
              <a:lnTo>
                <a:pt x="0"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815B01-EBE5-4C53-9EDD-FE2D88277A11}">
      <dsp:nvSpPr>
        <dsp:cNvPr id="0" name=""/>
        <dsp:cNvSpPr/>
      </dsp:nvSpPr>
      <dsp:spPr>
        <a:xfrm>
          <a:off x="5523411" y="2063195"/>
          <a:ext cx="91440" cy="196656"/>
        </a:xfrm>
        <a:custGeom>
          <a:avLst/>
          <a:gdLst/>
          <a:ahLst/>
          <a:cxnLst/>
          <a:rect l="0" t="0" r="0" b="0"/>
          <a:pathLst>
            <a:path>
              <a:moveTo>
                <a:pt x="45720" y="0"/>
              </a:moveTo>
              <a:lnTo>
                <a:pt x="45720" y="1966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9DAF3F-C7CA-4363-8BAF-93F3360B08A2}">
      <dsp:nvSpPr>
        <dsp:cNvPr id="0" name=""/>
        <dsp:cNvSpPr/>
      </dsp:nvSpPr>
      <dsp:spPr>
        <a:xfrm>
          <a:off x="3257178" y="2728082"/>
          <a:ext cx="91440" cy="1119734"/>
        </a:xfrm>
        <a:custGeom>
          <a:avLst/>
          <a:gdLst/>
          <a:ahLst/>
          <a:cxnLst/>
          <a:rect l="0" t="0" r="0" b="0"/>
          <a:pathLst>
            <a:path>
              <a:moveTo>
                <a:pt x="45720" y="0"/>
              </a:moveTo>
              <a:lnTo>
                <a:pt x="45720" y="1119734"/>
              </a:lnTo>
              <a:lnTo>
                <a:pt x="136022" y="1119734"/>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BC9301-EB37-4C70-A2E9-52272353E8C6}">
      <dsp:nvSpPr>
        <dsp:cNvPr id="0" name=""/>
        <dsp:cNvSpPr/>
      </dsp:nvSpPr>
      <dsp:spPr>
        <a:xfrm>
          <a:off x="3204570" y="2728082"/>
          <a:ext cx="98328" cy="1095657"/>
        </a:xfrm>
        <a:custGeom>
          <a:avLst/>
          <a:gdLst/>
          <a:ahLst/>
          <a:cxnLst/>
          <a:rect l="0" t="0" r="0" b="0"/>
          <a:pathLst>
            <a:path>
              <a:moveTo>
                <a:pt x="98328" y="0"/>
              </a:moveTo>
              <a:lnTo>
                <a:pt x="98328" y="1095657"/>
              </a:lnTo>
              <a:lnTo>
                <a:pt x="0" y="109565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5BA5E8-A1F9-4CA5-8DAE-53CEAB6A0632}">
      <dsp:nvSpPr>
        <dsp:cNvPr id="0" name=""/>
        <dsp:cNvSpPr/>
      </dsp:nvSpPr>
      <dsp:spPr>
        <a:xfrm>
          <a:off x="3302898" y="2728082"/>
          <a:ext cx="98328" cy="430771"/>
        </a:xfrm>
        <a:custGeom>
          <a:avLst/>
          <a:gdLst/>
          <a:ahLst/>
          <a:cxnLst/>
          <a:rect l="0" t="0" r="0" b="0"/>
          <a:pathLst>
            <a:path>
              <a:moveTo>
                <a:pt x="0" y="0"/>
              </a:moveTo>
              <a:lnTo>
                <a:pt x="0" y="430771"/>
              </a:lnTo>
              <a:lnTo>
                <a:pt x="98328"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665643-31C2-42D0-BCE9-B2D4E0865BB0}">
      <dsp:nvSpPr>
        <dsp:cNvPr id="0" name=""/>
        <dsp:cNvSpPr/>
      </dsp:nvSpPr>
      <dsp:spPr>
        <a:xfrm>
          <a:off x="3204570" y="2728082"/>
          <a:ext cx="98328" cy="430771"/>
        </a:xfrm>
        <a:custGeom>
          <a:avLst/>
          <a:gdLst/>
          <a:ahLst/>
          <a:cxnLst/>
          <a:rect l="0" t="0" r="0" b="0"/>
          <a:pathLst>
            <a:path>
              <a:moveTo>
                <a:pt x="98328" y="0"/>
              </a:moveTo>
              <a:lnTo>
                <a:pt x="98328" y="430771"/>
              </a:lnTo>
              <a:lnTo>
                <a:pt x="0"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C2A08D-726C-4CAE-852C-18DF718DD24F}">
      <dsp:nvSpPr>
        <dsp:cNvPr id="0" name=""/>
        <dsp:cNvSpPr/>
      </dsp:nvSpPr>
      <dsp:spPr>
        <a:xfrm>
          <a:off x="3302898" y="2063195"/>
          <a:ext cx="2266232" cy="196656"/>
        </a:xfrm>
        <a:custGeom>
          <a:avLst/>
          <a:gdLst/>
          <a:ahLst/>
          <a:cxnLst/>
          <a:rect l="0" t="0" r="0" b="0"/>
          <a:pathLst>
            <a:path>
              <a:moveTo>
                <a:pt x="2266232" y="0"/>
              </a:moveTo>
              <a:lnTo>
                <a:pt x="2266232" y="98328"/>
              </a:lnTo>
              <a:lnTo>
                <a:pt x="0" y="98328"/>
              </a:lnTo>
              <a:lnTo>
                <a:pt x="0" y="1966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F3457C-7A73-4F7C-8E22-2EFA5151828A}">
      <dsp:nvSpPr>
        <dsp:cNvPr id="0" name=""/>
        <dsp:cNvSpPr/>
      </dsp:nvSpPr>
      <dsp:spPr>
        <a:xfrm>
          <a:off x="1036665" y="2728082"/>
          <a:ext cx="98328" cy="430771"/>
        </a:xfrm>
        <a:custGeom>
          <a:avLst/>
          <a:gdLst/>
          <a:ahLst/>
          <a:cxnLst/>
          <a:rect l="0" t="0" r="0" b="0"/>
          <a:pathLst>
            <a:path>
              <a:moveTo>
                <a:pt x="0" y="0"/>
              </a:moveTo>
              <a:lnTo>
                <a:pt x="0" y="430771"/>
              </a:lnTo>
              <a:lnTo>
                <a:pt x="98328"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D48274-E8FD-40C1-9221-D517F4F8D5A2}">
      <dsp:nvSpPr>
        <dsp:cNvPr id="0" name=""/>
        <dsp:cNvSpPr/>
      </dsp:nvSpPr>
      <dsp:spPr>
        <a:xfrm>
          <a:off x="938337" y="2728082"/>
          <a:ext cx="98328" cy="430771"/>
        </a:xfrm>
        <a:custGeom>
          <a:avLst/>
          <a:gdLst/>
          <a:ahLst/>
          <a:cxnLst/>
          <a:rect l="0" t="0" r="0" b="0"/>
          <a:pathLst>
            <a:path>
              <a:moveTo>
                <a:pt x="98328" y="0"/>
              </a:moveTo>
              <a:lnTo>
                <a:pt x="98328" y="430771"/>
              </a:lnTo>
              <a:lnTo>
                <a:pt x="0" y="43077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841C62-5D1C-499F-9989-B86E3C0314CB}">
      <dsp:nvSpPr>
        <dsp:cNvPr id="0" name=""/>
        <dsp:cNvSpPr/>
      </dsp:nvSpPr>
      <dsp:spPr>
        <a:xfrm>
          <a:off x="1036665" y="2063195"/>
          <a:ext cx="4532465" cy="196656"/>
        </a:xfrm>
        <a:custGeom>
          <a:avLst/>
          <a:gdLst/>
          <a:ahLst/>
          <a:cxnLst/>
          <a:rect l="0" t="0" r="0" b="0"/>
          <a:pathLst>
            <a:path>
              <a:moveTo>
                <a:pt x="4532465" y="0"/>
              </a:moveTo>
              <a:lnTo>
                <a:pt x="4532465" y="98328"/>
              </a:lnTo>
              <a:lnTo>
                <a:pt x="0" y="98328"/>
              </a:lnTo>
              <a:lnTo>
                <a:pt x="0" y="1966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34CCD3-E051-4DA6-9201-B3DCA30CBEC6}">
      <dsp:nvSpPr>
        <dsp:cNvPr id="0" name=""/>
        <dsp:cNvSpPr/>
      </dsp:nvSpPr>
      <dsp:spPr>
        <a:xfrm>
          <a:off x="5100901" y="1594965"/>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dirty="0"/>
            <a:t>FM / AVP</a:t>
          </a:r>
        </a:p>
      </dsp:txBody>
      <dsp:txXfrm>
        <a:off x="5100901" y="1594965"/>
        <a:ext cx="936459" cy="468229"/>
      </dsp:txXfrm>
    </dsp:sp>
    <dsp:sp modelId="{90D4E7BE-CAD8-45AC-9D68-44805CF23272}">
      <dsp:nvSpPr>
        <dsp:cNvPr id="0" name=""/>
        <dsp:cNvSpPr/>
      </dsp:nvSpPr>
      <dsp:spPr>
        <a:xfrm>
          <a:off x="568436" y="225985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dirty="0"/>
            <a:t>Production </a:t>
          </a:r>
          <a:r>
            <a:rPr lang="en-IN" sz="1300" b="1" kern="1200" dirty="0" err="1"/>
            <a:t>Incharge</a:t>
          </a:r>
          <a:endParaRPr lang="en-IN" sz="1300" b="1" kern="1200" dirty="0"/>
        </a:p>
      </dsp:txBody>
      <dsp:txXfrm>
        <a:off x="568436" y="2259852"/>
        <a:ext cx="936459" cy="468229"/>
      </dsp:txXfrm>
    </dsp:sp>
    <dsp:sp modelId="{AF465395-6967-4390-8354-2B74C756F202}">
      <dsp:nvSpPr>
        <dsp:cNvPr id="0" name=""/>
        <dsp:cNvSpPr/>
      </dsp:nvSpPr>
      <dsp:spPr>
        <a:xfrm>
          <a:off x="1878" y="2924738"/>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Operator</a:t>
          </a:r>
        </a:p>
      </dsp:txBody>
      <dsp:txXfrm>
        <a:off x="1878" y="2924738"/>
        <a:ext cx="936459" cy="468229"/>
      </dsp:txXfrm>
    </dsp:sp>
    <dsp:sp modelId="{4DDEA8E2-8E82-4757-8235-9463C5180FE4}">
      <dsp:nvSpPr>
        <dsp:cNvPr id="0" name=""/>
        <dsp:cNvSpPr/>
      </dsp:nvSpPr>
      <dsp:spPr>
        <a:xfrm>
          <a:off x="1134994" y="2924738"/>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Operator</a:t>
          </a:r>
        </a:p>
      </dsp:txBody>
      <dsp:txXfrm>
        <a:off x="1134994" y="2924738"/>
        <a:ext cx="936459" cy="468229"/>
      </dsp:txXfrm>
    </dsp:sp>
    <dsp:sp modelId="{4A63AB9B-F9C3-4D1E-BA04-422E2263E1C5}">
      <dsp:nvSpPr>
        <dsp:cNvPr id="0" name=""/>
        <dsp:cNvSpPr/>
      </dsp:nvSpPr>
      <dsp:spPr>
        <a:xfrm>
          <a:off x="2834668" y="225985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Admin Incharge</a:t>
          </a:r>
        </a:p>
      </dsp:txBody>
      <dsp:txXfrm>
        <a:off x="2834668" y="2259852"/>
        <a:ext cx="936459" cy="468229"/>
      </dsp:txXfrm>
    </dsp:sp>
    <dsp:sp modelId="{CE610891-3A22-4A6A-8D30-75FD03BF8B5F}">
      <dsp:nvSpPr>
        <dsp:cNvPr id="0" name=""/>
        <dsp:cNvSpPr/>
      </dsp:nvSpPr>
      <dsp:spPr>
        <a:xfrm>
          <a:off x="2268110" y="2924738"/>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Sales</a:t>
          </a:r>
        </a:p>
      </dsp:txBody>
      <dsp:txXfrm>
        <a:off x="2268110" y="2924738"/>
        <a:ext cx="936459" cy="468229"/>
      </dsp:txXfrm>
    </dsp:sp>
    <dsp:sp modelId="{BCFACCC6-0C0D-442C-BB77-9CC8EDDB885F}">
      <dsp:nvSpPr>
        <dsp:cNvPr id="0" name=""/>
        <dsp:cNvSpPr/>
      </dsp:nvSpPr>
      <dsp:spPr>
        <a:xfrm>
          <a:off x="3401226" y="2924738"/>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Procurement</a:t>
          </a:r>
        </a:p>
      </dsp:txBody>
      <dsp:txXfrm>
        <a:off x="3401226" y="2924738"/>
        <a:ext cx="936459" cy="468229"/>
      </dsp:txXfrm>
    </dsp:sp>
    <dsp:sp modelId="{D7DAB8D9-4B29-416E-ABF6-A46EEA6C6336}">
      <dsp:nvSpPr>
        <dsp:cNvPr id="0" name=""/>
        <dsp:cNvSpPr/>
      </dsp:nvSpPr>
      <dsp:spPr>
        <a:xfrm>
          <a:off x="2268110" y="3589625"/>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HR</a:t>
          </a:r>
        </a:p>
      </dsp:txBody>
      <dsp:txXfrm>
        <a:off x="2268110" y="3589625"/>
        <a:ext cx="936459" cy="468229"/>
      </dsp:txXfrm>
    </dsp:sp>
    <dsp:sp modelId="{9B920E7D-6433-4909-BD68-260033B81BE8}">
      <dsp:nvSpPr>
        <dsp:cNvPr id="0" name=""/>
        <dsp:cNvSpPr/>
      </dsp:nvSpPr>
      <dsp:spPr>
        <a:xfrm>
          <a:off x="3393201" y="3613701"/>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Accounts</a:t>
          </a:r>
        </a:p>
      </dsp:txBody>
      <dsp:txXfrm>
        <a:off x="3393201" y="3613701"/>
        <a:ext cx="936459" cy="468229"/>
      </dsp:txXfrm>
    </dsp:sp>
    <dsp:sp modelId="{CD0E8E62-85D7-41B1-93FD-580C9D116847}">
      <dsp:nvSpPr>
        <dsp:cNvPr id="0" name=""/>
        <dsp:cNvSpPr/>
      </dsp:nvSpPr>
      <dsp:spPr>
        <a:xfrm>
          <a:off x="5100901" y="225985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R&amp;D Incharge</a:t>
          </a:r>
        </a:p>
      </dsp:txBody>
      <dsp:txXfrm>
        <a:off x="5100901" y="2259852"/>
        <a:ext cx="936459" cy="468229"/>
      </dsp:txXfrm>
    </dsp:sp>
    <dsp:sp modelId="{7CAEDC36-9867-47E5-AD2F-D94D87BC998A}">
      <dsp:nvSpPr>
        <dsp:cNvPr id="0" name=""/>
        <dsp:cNvSpPr/>
      </dsp:nvSpPr>
      <dsp:spPr>
        <a:xfrm>
          <a:off x="4534343" y="2924738"/>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R&amp;D Chemist</a:t>
          </a:r>
        </a:p>
      </dsp:txBody>
      <dsp:txXfrm>
        <a:off x="4534343" y="2924738"/>
        <a:ext cx="936459" cy="468229"/>
      </dsp:txXfrm>
    </dsp:sp>
    <dsp:sp modelId="{40F1A870-F563-4992-83A0-D13308026164}">
      <dsp:nvSpPr>
        <dsp:cNvPr id="0" name=""/>
        <dsp:cNvSpPr/>
      </dsp:nvSpPr>
      <dsp:spPr>
        <a:xfrm>
          <a:off x="5667459" y="2924738"/>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R&amp;D Chemist</a:t>
          </a:r>
        </a:p>
      </dsp:txBody>
      <dsp:txXfrm>
        <a:off x="5667459" y="2924738"/>
        <a:ext cx="936459" cy="468229"/>
      </dsp:txXfrm>
    </dsp:sp>
    <dsp:sp modelId="{4A059427-76EB-48CB-8ABA-984AA6C3773E}">
      <dsp:nvSpPr>
        <dsp:cNvPr id="0" name=""/>
        <dsp:cNvSpPr/>
      </dsp:nvSpPr>
      <dsp:spPr>
        <a:xfrm>
          <a:off x="7367133" y="225985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QC Incharge</a:t>
          </a:r>
        </a:p>
      </dsp:txBody>
      <dsp:txXfrm>
        <a:off x="7367133" y="2259852"/>
        <a:ext cx="936459" cy="468229"/>
      </dsp:txXfrm>
    </dsp:sp>
    <dsp:sp modelId="{7797A2BD-E85A-425D-9E2E-50ADC0AB75BD}">
      <dsp:nvSpPr>
        <dsp:cNvPr id="0" name=""/>
        <dsp:cNvSpPr/>
      </dsp:nvSpPr>
      <dsp:spPr>
        <a:xfrm>
          <a:off x="6800575" y="2924738"/>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Lab Chemist</a:t>
          </a:r>
        </a:p>
      </dsp:txBody>
      <dsp:txXfrm>
        <a:off x="6800575" y="2924738"/>
        <a:ext cx="936459" cy="468229"/>
      </dsp:txXfrm>
    </dsp:sp>
    <dsp:sp modelId="{72CCF2EE-C800-4F43-9E0E-167CF3F8D991}">
      <dsp:nvSpPr>
        <dsp:cNvPr id="0" name=""/>
        <dsp:cNvSpPr/>
      </dsp:nvSpPr>
      <dsp:spPr>
        <a:xfrm>
          <a:off x="7933691" y="2924738"/>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Lab Chemist</a:t>
          </a:r>
        </a:p>
      </dsp:txBody>
      <dsp:txXfrm>
        <a:off x="7933691" y="2924738"/>
        <a:ext cx="936459" cy="468229"/>
      </dsp:txXfrm>
    </dsp:sp>
    <dsp:sp modelId="{39D31D31-14CA-46BC-886C-47EA8A626F86}">
      <dsp:nvSpPr>
        <dsp:cNvPr id="0" name=""/>
        <dsp:cNvSpPr/>
      </dsp:nvSpPr>
      <dsp:spPr>
        <a:xfrm>
          <a:off x="9633366" y="2259852"/>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Marketing</a:t>
          </a:r>
        </a:p>
      </dsp:txBody>
      <dsp:txXfrm>
        <a:off x="9633366" y="2259852"/>
        <a:ext cx="936459" cy="468229"/>
      </dsp:txXfrm>
    </dsp:sp>
    <dsp:sp modelId="{9261202B-BB97-4F4D-AECF-9EDE94256159}">
      <dsp:nvSpPr>
        <dsp:cNvPr id="0" name=""/>
        <dsp:cNvSpPr/>
      </dsp:nvSpPr>
      <dsp:spPr>
        <a:xfrm>
          <a:off x="9066808" y="2924738"/>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Executive</a:t>
          </a:r>
        </a:p>
      </dsp:txBody>
      <dsp:txXfrm>
        <a:off x="9066808" y="2924738"/>
        <a:ext cx="936459" cy="468229"/>
      </dsp:txXfrm>
    </dsp:sp>
    <dsp:sp modelId="{E419DD2E-AAC5-486F-87C5-786E3B7E0B27}">
      <dsp:nvSpPr>
        <dsp:cNvPr id="0" name=""/>
        <dsp:cNvSpPr/>
      </dsp:nvSpPr>
      <dsp:spPr>
        <a:xfrm>
          <a:off x="10199924" y="2924738"/>
          <a:ext cx="936459" cy="468229"/>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IN" sz="1300" b="1" kern="1200"/>
            <a:t>Executive</a:t>
          </a:r>
        </a:p>
      </dsp:txBody>
      <dsp:txXfrm>
        <a:off x="10199924" y="2924738"/>
        <a:ext cx="936459" cy="468229"/>
      </dsp:txXfrm>
    </dsp:sp>
  </dsp:spTree>
</dsp:drawing>
</file>

<file path=ppt/diagrams/layout1.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D95B8C-BE22-4BD0-958A-CDD2BFC695AF}" type="datetimeFigureOut">
              <a:rPr lang="en-US" smtClean="0"/>
              <a:t>9/20/2019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B462A2-B998-434A-925E-A1F983ADD133}" type="slidenum">
              <a:rPr lang="en-US" smtClean="0"/>
              <a:t>‹#›</a:t>
            </a:fld>
            <a:endParaRPr lang="en-US"/>
          </a:p>
        </p:txBody>
      </p:sp>
    </p:spTree>
    <p:extLst>
      <p:ext uri="{BB962C8B-B14F-4D97-AF65-F5344CB8AC3E}">
        <p14:creationId xmlns:p14="http://schemas.microsoft.com/office/powerpoint/2010/main" val="1787393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578971-C26A-4767-8D19-AEB78D3AA23C}" type="slidenum">
              <a:rPr lang="en-US" smtClean="0"/>
              <a:t>25</a:t>
            </a:fld>
            <a:endParaRPr lang="en-US" dirty="0"/>
          </a:p>
        </p:txBody>
      </p:sp>
    </p:spTree>
    <p:extLst>
      <p:ext uri="{BB962C8B-B14F-4D97-AF65-F5344CB8AC3E}">
        <p14:creationId xmlns:p14="http://schemas.microsoft.com/office/powerpoint/2010/main" val="2172249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B7F60-B55C-45B3-BB12-681E7E4198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9F4544-B185-478D-A5F8-2CB73796A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85A205-36FF-4F6C-8973-010D2F4851E6}"/>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5" name="Footer Placeholder 4">
            <a:extLst>
              <a:ext uri="{FF2B5EF4-FFF2-40B4-BE49-F238E27FC236}">
                <a16:creationId xmlns:a16="http://schemas.microsoft.com/office/drawing/2014/main" id="{D9C7C544-C873-4F89-8D6A-86250458EE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FB5386-1E0B-41D9-8B8C-B181E6FC4370}"/>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2737504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AA7A8-0E6C-4902-88B8-7E4F1616DC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5DD9B0-09D5-4A7B-A24B-F59449BDAF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50C40D-A512-4980-A4AF-59011CE8DFA8}"/>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5" name="Footer Placeholder 4">
            <a:extLst>
              <a:ext uri="{FF2B5EF4-FFF2-40B4-BE49-F238E27FC236}">
                <a16:creationId xmlns:a16="http://schemas.microsoft.com/office/drawing/2014/main" id="{E13C48FB-6691-48B5-B26A-A0282A9DC3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08A1D-35BC-4D6D-A9D7-0A777BE801FC}"/>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1871976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3BA6C-AC68-4075-B465-CAFBDA4649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B3C49-80AA-43E6-8A05-F68DD21602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7F517E-0A7A-4EA3-B660-BC0C4BF84F73}"/>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5" name="Footer Placeholder 4">
            <a:extLst>
              <a:ext uri="{FF2B5EF4-FFF2-40B4-BE49-F238E27FC236}">
                <a16:creationId xmlns:a16="http://schemas.microsoft.com/office/drawing/2014/main" id="{724EC36B-F9AF-4E80-BCB2-AAEFD3FF5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CDCBA4-6830-4F2E-824B-61575DB59BB6}"/>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3706320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1038A-F4F6-4414-8925-829BE4F703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95BD6C-217E-45CE-8A5C-E13F67A479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3981EE-9952-4A15-871A-A8DA018BA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832C51-9F29-421A-84C3-2A8A71DB6ACF}"/>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6" name="Footer Placeholder 5">
            <a:extLst>
              <a:ext uri="{FF2B5EF4-FFF2-40B4-BE49-F238E27FC236}">
                <a16:creationId xmlns:a16="http://schemas.microsoft.com/office/drawing/2014/main" id="{ACE787EE-CF78-4F84-BCE6-9F9C6D0E55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F3A766-B27A-4455-876E-2E4CE08FF800}"/>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667192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A7EF8-1212-426F-B827-41F3F0D3DE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1E91D2-F85B-4C83-AA0B-34E70494CC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2E9F12-B434-4108-8787-A26CE0ADEF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2C0AA8-32F7-4E99-A810-B8371BF01A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86E016-5E97-46C8-AB9C-957EF158B3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E2D4C8-282E-4AD6-9840-03B52C7994CE}"/>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8" name="Footer Placeholder 7">
            <a:extLst>
              <a:ext uri="{FF2B5EF4-FFF2-40B4-BE49-F238E27FC236}">
                <a16:creationId xmlns:a16="http://schemas.microsoft.com/office/drawing/2014/main" id="{C5B47B2D-6E16-40B0-ABD5-CF24C49887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67155F-4ACF-4B46-9E85-227A401F372C}"/>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3550149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F62A-4F89-4782-B501-C3C80DCE60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6889B3-521E-4B8C-92F6-CB52168C99D7}"/>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4" name="Footer Placeholder 3">
            <a:extLst>
              <a:ext uri="{FF2B5EF4-FFF2-40B4-BE49-F238E27FC236}">
                <a16:creationId xmlns:a16="http://schemas.microsoft.com/office/drawing/2014/main" id="{CD097360-8522-4473-B2ED-A1D249FE37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F9845E7-3366-4F64-8406-BEB1C429D583}"/>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938784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44A89B-358D-4611-AD7B-45EF782C56BD}"/>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3" name="Footer Placeholder 2">
            <a:extLst>
              <a:ext uri="{FF2B5EF4-FFF2-40B4-BE49-F238E27FC236}">
                <a16:creationId xmlns:a16="http://schemas.microsoft.com/office/drawing/2014/main" id="{A48B7B04-33F8-4491-803C-52F41EA4C0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0F3ECE-FB5A-4052-8D59-B0CC53E7B5A9}"/>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976246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F1426-3AD8-4DE5-82A4-D354877571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164A65-5B16-4917-97C2-7F6EDFAE49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3097F9F-1DDC-4CF7-A806-DE20820BA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EE5F0D-0A0F-4E31-8B64-3A3FD127587C}"/>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6" name="Footer Placeholder 5">
            <a:extLst>
              <a:ext uri="{FF2B5EF4-FFF2-40B4-BE49-F238E27FC236}">
                <a16:creationId xmlns:a16="http://schemas.microsoft.com/office/drawing/2014/main" id="{606D507A-D0C9-4693-838B-390AAA9E6D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4DA903-83C8-4998-8948-ADD3438A2F2D}"/>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2829977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D97B7-4704-444F-9ECC-86652215BF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528B9E-C895-4FE6-A893-2E822E9BE9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304836-EFDB-447D-9B1F-53E8D1AC5D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E29A7D-1AF9-4C9E-A01B-D35D5DD7483A}"/>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6" name="Footer Placeholder 5">
            <a:extLst>
              <a:ext uri="{FF2B5EF4-FFF2-40B4-BE49-F238E27FC236}">
                <a16:creationId xmlns:a16="http://schemas.microsoft.com/office/drawing/2014/main" id="{BD2F33C1-355A-4F8F-93FA-1818DBFDF5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A9F5E1-A7F7-48D1-910E-A1E8E9137BEF}"/>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3008536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77277-9F71-4688-901E-DCEE8457FE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A8286B-6928-4BFB-B9F6-BE8DF16494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90564B-5B9A-42FE-A4E3-FAB5D31DCF71}"/>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5" name="Footer Placeholder 4">
            <a:extLst>
              <a:ext uri="{FF2B5EF4-FFF2-40B4-BE49-F238E27FC236}">
                <a16:creationId xmlns:a16="http://schemas.microsoft.com/office/drawing/2014/main" id="{1944E555-648C-4260-9087-D9986FA87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C62C2D-49F1-4A2D-8581-44C98EBF692D}"/>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3477881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165E27-ED87-4460-B792-95E700FFEFE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711A90-72F6-469A-9A4E-239FD5941A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B864D1-2D24-4441-86C0-35A2AEDDC958}"/>
              </a:ext>
            </a:extLst>
          </p:cNvPr>
          <p:cNvSpPr>
            <a:spLocks noGrp="1"/>
          </p:cNvSpPr>
          <p:nvPr>
            <p:ph type="dt" sz="half" idx="10"/>
          </p:nvPr>
        </p:nvSpPr>
        <p:spPr/>
        <p:txBody>
          <a:bodyPr/>
          <a:lstStyle/>
          <a:p>
            <a:fld id="{F3001C34-3908-4D2B-8265-168472951D8A}" type="datetimeFigureOut">
              <a:rPr lang="en-US" smtClean="0"/>
              <a:t>9/20/2019</a:t>
            </a:fld>
            <a:endParaRPr lang="en-US"/>
          </a:p>
        </p:txBody>
      </p:sp>
      <p:sp>
        <p:nvSpPr>
          <p:cNvPr id="5" name="Footer Placeholder 4">
            <a:extLst>
              <a:ext uri="{FF2B5EF4-FFF2-40B4-BE49-F238E27FC236}">
                <a16:creationId xmlns:a16="http://schemas.microsoft.com/office/drawing/2014/main" id="{A16461A0-278A-4CA3-A262-B3207D803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67FE6A-A8AC-49E5-BE46-DD939DA9A88F}"/>
              </a:ext>
            </a:extLst>
          </p:cNvPr>
          <p:cNvSpPr>
            <a:spLocks noGrp="1"/>
          </p:cNvSpPr>
          <p:nvPr>
            <p:ph type="sldNum" sz="quarter" idx="12"/>
          </p:nvPr>
        </p:nvSpPr>
        <p:spPr/>
        <p:txBody>
          <a:bodyPr/>
          <a:lstStyle/>
          <a:p>
            <a:fld id="{B943C805-7ED9-4746-AF73-F2C06CA6377E}" type="slidenum">
              <a:rPr lang="en-US" smtClean="0"/>
              <a:t>‹#›</a:t>
            </a:fld>
            <a:endParaRPr lang="en-US"/>
          </a:p>
        </p:txBody>
      </p:sp>
    </p:spTree>
    <p:extLst>
      <p:ext uri="{BB962C8B-B14F-4D97-AF65-F5344CB8AC3E}">
        <p14:creationId xmlns:p14="http://schemas.microsoft.com/office/powerpoint/2010/main" val="25204289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2973341"/>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41B160-B1A0-4FF9-84D2-A0BB2FE95C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3CF6CE-AE1E-4F3A-A734-C5F2ED22C1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1F6A64-F3FC-4FC5-B648-D6915798DB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001C34-3908-4D2B-8265-168472951D8A}" type="datetimeFigureOut">
              <a:rPr lang="en-US" smtClean="0"/>
              <a:t>9/20/2019</a:t>
            </a:fld>
            <a:endParaRPr lang="en-US"/>
          </a:p>
        </p:txBody>
      </p:sp>
      <p:sp>
        <p:nvSpPr>
          <p:cNvPr id="5" name="Footer Placeholder 4">
            <a:extLst>
              <a:ext uri="{FF2B5EF4-FFF2-40B4-BE49-F238E27FC236}">
                <a16:creationId xmlns:a16="http://schemas.microsoft.com/office/drawing/2014/main" id="{55B62A0E-CB29-4085-A5E2-61B111B1BF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E5E6D4-8A67-46FE-B201-575F566B8F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43C805-7ED9-4746-AF73-F2C06CA6377E}" type="slidenum">
              <a:rPr lang="en-US" smtClean="0"/>
              <a:t>‹#›</a:t>
            </a:fld>
            <a:endParaRPr lang="en-US"/>
          </a:p>
        </p:txBody>
      </p:sp>
    </p:spTree>
    <p:extLst>
      <p:ext uri="{BB962C8B-B14F-4D97-AF65-F5344CB8AC3E}">
        <p14:creationId xmlns:p14="http://schemas.microsoft.com/office/powerpoint/2010/main" val="60450753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6.jp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934"/>
            <a:ext cx="12192000" cy="6858000"/>
          </a:xfrm>
          <a:prstGeom prst="rect">
            <a:avLst/>
          </a:prstGeom>
        </p:spPr>
      </p:pic>
      <p:sp>
        <p:nvSpPr>
          <p:cNvPr id="11" name="TextBox 10"/>
          <p:cNvSpPr txBox="1"/>
          <p:nvPr/>
        </p:nvSpPr>
        <p:spPr>
          <a:xfrm>
            <a:off x="1464734" y="4767225"/>
            <a:ext cx="9812866" cy="707886"/>
          </a:xfrm>
          <a:prstGeom prst="rect">
            <a:avLst/>
          </a:prstGeom>
          <a:noFill/>
        </p:spPr>
        <p:txBody>
          <a:bodyPr wrap="square" rtlCol="0">
            <a:spAutoFit/>
          </a:bodyPr>
          <a:lstStyle/>
          <a:p>
            <a:pPr algn="ctr"/>
            <a:r>
              <a:rPr lang="en-US" sz="4000" b="1" dirty="0">
                <a:solidFill>
                  <a:schemeClr val="bg1"/>
                </a:solidFill>
                <a:latin typeface="Century" panose="02040604050505020304" pitchFamily="18" charset="0"/>
              </a:rPr>
              <a:t>Oil &amp; Gas Company Proposal</a:t>
            </a:r>
          </a:p>
        </p:txBody>
      </p:sp>
      <p:sp>
        <p:nvSpPr>
          <p:cNvPr id="8" name="TextBox 7">
            <a:extLst>
              <a:ext uri="{FF2B5EF4-FFF2-40B4-BE49-F238E27FC236}">
                <a16:creationId xmlns:a16="http://schemas.microsoft.com/office/drawing/2014/main" id="{428C76FD-9A26-4193-8ABE-E574FC1BCE67}"/>
              </a:ext>
            </a:extLst>
          </p:cNvPr>
          <p:cNvSpPr txBox="1"/>
          <p:nvPr/>
        </p:nvSpPr>
        <p:spPr>
          <a:xfrm>
            <a:off x="2939992" y="5616530"/>
            <a:ext cx="6193481" cy="461665"/>
          </a:xfrm>
          <a:prstGeom prst="rect">
            <a:avLst/>
          </a:prstGeom>
          <a:noFill/>
        </p:spPr>
        <p:txBody>
          <a:bodyPr wrap="square" rtlCol="0">
            <a:spAutoFit/>
          </a:bodyPr>
          <a:lstStyle/>
          <a:p>
            <a:pPr algn="ctr"/>
            <a:r>
              <a:rPr lang="en-US" sz="2400" b="1" dirty="0">
                <a:solidFill>
                  <a:schemeClr val="bg1"/>
                </a:solidFill>
                <a:latin typeface="Century" panose="02040604050505020304" pitchFamily="18" charset="0"/>
              </a:rPr>
              <a:t>Sep 2019</a:t>
            </a:r>
          </a:p>
        </p:txBody>
      </p:sp>
    </p:spTree>
    <p:extLst>
      <p:ext uri="{BB962C8B-B14F-4D97-AF65-F5344CB8AC3E}">
        <p14:creationId xmlns:p14="http://schemas.microsoft.com/office/powerpoint/2010/main" val="2935322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D1DD5DD-EFED-4DD3-B85A-BE72CCA10E2B}"/>
              </a:ext>
            </a:extLst>
          </p:cNvPr>
          <p:cNvSpPr/>
          <p:nvPr/>
        </p:nvSpPr>
        <p:spPr>
          <a:xfrm>
            <a:off x="333375" y="659306"/>
            <a:ext cx="5986639" cy="461665"/>
          </a:xfrm>
          <a:prstGeom prst="rect">
            <a:avLst/>
          </a:prstGeom>
        </p:spPr>
        <p:txBody>
          <a:bodyPr wrap="none" anchor="t">
            <a:spAutoFit/>
          </a:bodyPr>
          <a:lstStyle/>
          <a:p>
            <a:r>
              <a:rPr lang="en-US" sz="2400" b="1" u="sng" dirty="0">
                <a:latin typeface="Times New Roman"/>
                <a:cs typeface="Times New Roman"/>
              </a:rPr>
              <a:t>Ahmed Al-Hamadani Profile &amp; Background</a:t>
            </a:r>
          </a:p>
        </p:txBody>
      </p:sp>
      <p:pic>
        <p:nvPicPr>
          <p:cNvPr id="5" name="Picture 4">
            <a:extLst>
              <a:ext uri="{FF2B5EF4-FFF2-40B4-BE49-F238E27FC236}">
                <a16:creationId xmlns:a16="http://schemas.microsoft.com/office/drawing/2014/main" id="{28D19D8D-1676-4332-A9AF-8AE09A6210C9}"/>
              </a:ext>
            </a:extLst>
          </p:cNvPr>
          <p:cNvPicPr>
            <a:picLocks noChangeAspect="1"/>
          </p:cNvPicPr>
          <p:nvPr/>
        </p:nvPicPr>
        <p:blipFill>
          <a:blip r:embed="rId2"/>
          <a:stretch>
            <a:fillRect/>
          </a:stretch>
        </p:blipFill>
        <p:spPr>
          <a:xfrm>
            <a:off x="7539759" y="425511"/>
            <a:ext cx="4131733" cy="2769694"/>
          </a:xfrm>
          <a:prstGeom prst="rect">
            <a:avLst/>
          </a:prstGeom>
        </p:spPr>
      </p:pic>
      <p:sp>
        <p:nvSpPr>
          <p:cNvPr id="6" name="Rectangle 5">
            <a:extLst>
              <a:ext uri="{FF2B5EF4-FFF2-40B4-BE49-F238E27FC236}">
                <a16:creationId xmlns:a16="http://schemas.microsoft.com/office/drawing/2014/main" id="{B7FFE260-E64C-405C-98D6-4600D52D17A6}"/>
              </a:ext>
            </a:extLst>
          </p:cNvPr>
          <p:cNvSpPr/>
          <p:nvPr/>
        </p:nvSpPr>
        <p:spPr>
          <a:xfrm>
            <a:off x="333375" y="1449874"/>
            <a:ext cx="6947958" cy="1323439"/>
          </a:xfrm>
          <a:prstGeom prst="rect">
            <a:avLst/>
          </a:prstGeom>
        </p:spPr>
        <p:txBody>
          <a:bodyPr wrap="square" anchor="t">
            <a:spAutoFit/>
          </a:bodyPr>
          <a:lstStyle/>
          <a:p>
            <a:r>
              <a:rPr lang="en-US" sz="2000" dirty="0">
                <a:latin typeface="Georgia"/>
              </a:rPr>
              <a:t>A result-oriented Chief Executive Officer with a solid reputation for starting up companies by providing Strategic Direction and Implementation; Cost Optimization and Profit Maximization.</a:t>
            </a:r>
          </a:p>
        </p:txBody>
      </p:sp>
      <p:pic>
        <p:nvPicPr>
          <p:cNvPr id="7" name="Picture 6">
            <a:extLst>
              <a:ext uri="{FF2B5EF4-FFF2-40B4-BE49-F238E27FC236}">
                <a16:creationId xmlns:a16="http://schemas.microsoft.com/office/drawing/2014/main" id="{EEB934FB-A046-42D7-B07C-55099E53BEDC}"/>
              </a:ext>
            </a:extLst>
          </p:cNvPr>
          <p:cNvPicPr>
            <a:picLocks noChangeAspect="1"/>
          </p:cNvPicPr>
          <p:nvPr/>
        </p:nvPicPr>
        <p:blipFill>
          <a:blip r:embed="rId3"/>
          <a:stretch>
            <a:fillRect/>
          </a:stretch>
        </p:blipFill>
        <p:spPr>
          <a:xfrm>
            <a:off x="719667" y="3382454"/>
            <a:ext cx="9823279" cy="2906096"/>
          </a:xfrm>
          <a:prstGeom prst="rect">
            <a:avLst/>
          </a:prstGeom>
        </p:spPr>
      </p:pic>
    </p:spTree>
    <p:extLst>
      <p:ext uri="{BB962C8B-B14F-4D97-AF65-F5344CB8AC3E}">
        <p14:creationId xmlns:p14="http://schemas.microsoft.com/office/powerpoint/2010/main" val="1943032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6BB5450A-C5B5-4CEB-B3A7-EBBA1870CDAE}"/>
              </a:ext>
            </a:extLst>
          </p:cNvPr>
          <p:cNvGrpSpPr/>
          <p:nvPr/>
        </p:nvGrpSpPr>
        <p:grpSpPr>
          <a:xfrm>
            <a:off x="7953375" y="771858"/>
            <a:ext cx="3505200" cy="5486401"/>
            <a:chOff x="5257800" y="1371600"/>
            <a:chExt cx="3505200" cy="5486401"/>
          </a:xfrm>
        </p:grpSpPr>
        <p:pic>
          <p:nvPicPr>
            <p:cNvPr id="12" name="Picture 14" descr="http://t0.gstatic.com/images?q=tbn:ANd9GcTjk9C5JQVurcBL5_5eoMNvBBIWRpBuwxPVZOQSYCNw4AVS-PJu">
              <a:extLst>
                <a:ext uri="{FF2B5EF4-FFF2-40B4-BE49-F238E27FC236}">
                  <a16:creationId xmlns:a16="http://schemas.microsoft.com/office/drawing/2014/main" id="{4AD75288-0D4A-4741-8203-FB30881CC211}"/>
                </a:ext>
              </a:extLst>
            </p:cNvPr>
            <p:cNvPicPr>
              <a:picLocks noChangeAspect="1" noChangeArrowheads="1"/>
            </p:cNvPicPr>
            <p:nvPr/>
          </p:nvPicPr>
          <p:blipFill>
            <a:blip r:embed="rId2" cstate="print"/>
            <a:srcRect/>
            <a:stretch>
              <a:fillRect/>
            </a:stretch>
          </p:blipFill>
          <p:spPr bwMode="auto">
            <a:xfrm>
              <a:off x="6172200" y="2971800"/>
              <a:ext cx="2590800" cy="1771651"/>
            </a:xfrm>
            <a:prstGeom prst="rect">
              <a:avLst/>
            </a:prstGeom>
            <a:noFill/>
          </p:spPr>
        </p:pic>
        <p:pic>
          <p:nvPicPr>
            <p:cNvPr id="13" name="Picture 10" descr="http://t0.gstatic.com/images?q=tbn:ANd9GcTHOQp0WofunJ1L1-OCW96YdPqNZf5zo9KSB14qZGqrYm-paO5upEaGy11u5A">
              <a:extLst>
                <a:ext uri="{FF2B5EF4-FFF2-40B4-BE49-F238E27FC236}">
                  <a16:creationId xmlns:a16="http://schemas.microsoft.com/office/drawing/2014/main" id="{23CF55CA-1038-46A5-BF18-60ECE09E07B3}"/>
                </a:ext>
              </a:extLst>
            </p:cNvPr>
            <p:cNvPicPr>
              <a:picLocks noChangeAspect="1" noChangeArrowheads="1"/>
            </p:cNvPicPr>
            <p:nvPr/>
          </p:nvPicPr>
          <p:blipFill>
            <a:blip r:embed="rId3" cstate="print"/>
            <a:srcRect/>
            <a:stretch>
              <a:fillRect/>
            </a:stretch>
          </p:blipFill>
          <p:spPr bwMode="auto">
            <a:xfrm>
              <a:off x="5257800" y="4724401"/>
              <a:ext cx="3505200" cy="2133600"/>
            </a:xfrm>
            <a:prstGeom prst="rect">
              <a:avLst/>
            </a:prstGeom>
            <a:noFill/>
          </p:spPr>
        </p:pic>
        <p:pic>
          <p:nvPicPr>
            <p:cNvPr id="14" name="Picture 2" descr="http://t2.gstatic.com/images?q=tbn:ANd9GcTfOneMwzDJSSaS66wLuBWWdU5tD_DUtGvsL2dTeoEOupdLMLe6O5uDgz3dFg">
              <a:extLst>
                <a:ext uri="{FF2B5EF4-FFF2-40B4-BE49-F238E27FC236}">
                  <a16:creationId xmlns:a16="http://schemas.microsoft.com/office/drawing/2014/main" id="{DB3E9916-49D1-4AB1-A4EC-BC84D5A1C4A5}"/>
                </a:ext>
              </a:extLst>
            </p:cNvPr>
            <p:cNvPicPr>
              <a:picLocks noChangeAspect="1" noChangeArrowheads="1"/>
            </p:cNvPicPr>
            <p:nvPr/>
          </p:nvPicPr>
          <p:blipFill>
            <a:blip r:embed="rId4" cstate="print"/>
            <a:srcRect/>
            <a:stretch>
              <a:fillRect/>
            </a:stretch>
          </p:blipFill>
          <p:spPr bwMode="auto">
            <a:xfrm>
              <a:off x="5257800" y="4572000"/>
              <a:ext cx="1485900" cy="1133476"/>
            </a:xfrm>
            <a:prstGeom prst="rect">
              <a:avLst/>
            </a:prstGeom>
            <a:noFill/>
          </p:spPr>
        </p:pic>
        <p:pic>
          <p:nvPicPr>
            <p:cNvPr id="15" name="Picture 6" descr="http://www.modul.spb.ru/img/flash/danger1.JPG">
              <a:extLst>
                <a:ext uri="{FF2B5EF4-FFF2-40B4-BE49-F238E27FC236}">
                  <a16:creationId xmlns:a16="http://schemas.microsoft.com/office/drawing/2014/main" id="{EA1EBE44-8D8E-4112-A624-12823E113F65}"/>
                </a:ext>
              </a:extLst>
            </p:cNvPr>
            <p:cNvPicPr>
              <a:picLocks noChangeAspect="1" noChangeArrowheads="1"/>
            </p:cNvPicPr>
            <p:nvPr/>
          </p:nvPicPr>
          <p:blipFill>
            <a:blip r:embed="rId5" cstate="print"/>
            <a:srcRect/>
            <a:stretch>
              <a:fillRect/>
            </a:stretch>
          </p:blipFill>
          <p:spPr bwMode="auto">
            <a:xfrm>
              <a:off x="6172200" y="1371600"/>
              <a:ext cx="2590800" cy="1600200"/>
            </a:xfrm>
            <a:prstGeom prst="rect">
              <a:avLst/>
            </a:prstGeom>
            <a:noFill/>
          </p:spPr>
        </p:pic>
        <p:pic>
          <p:nvPicPr>
            <p:cNvPr id="16" name="Picture 12" descr="http://us.cdn2.123rf.com/168nwm/petdcat/petdcat0910/petdcat091000020/5635868-asian-woman-working-in-a-laboratory-with-chemicals.jpg">
              <a:extLst>
                <a:ext uri="{FF2B5EF4-FFF2-40B4-BE49-F238E27FC236}">
                  <a16:creationId xmlns:a16="http://schemas.microsoft.com/office/drawing/2014/main" id="{C44EAF25-22D4-4A26-8AB9-663FF65E1380}"/>
                </a:ext>
              </a:extLst>
            </p:cNvPr>
            <p:cNvPicPr>
              <a:picLocks noChangeAspect="1" noChangeArrowheads="1"/>
            </p:cNvPicPr>
            <p:nvPr/>
          </p:nvPicPr>
          <p:blipFill>
            <a:blip r:embed="rId6" cstate="print"/>
            <a:srcRect/>
            <a:stretch>
              <a:fillRect/>
            </a:stretch>
          </p:blipFill>
          <p:spPr bwMode="auto">
            <a:xfrm>
              <a:off x="5257800" y="2971800"/>
              <a:ext cx="1066800" cy="1600200"/>
            </a:xfrm>
            <a:prstGeom prst="rect">
              <a:avLst/>
            </a:prstGeom>
            <a:noFill/>
          </p:spPr>
        </p:pic>
        <p:pic>
          <p:nvPicPr>
            <p:cNvPr id="17" name="Picture 22" descr="http://css.nitrobahn.com/wp-content/uploads/2011/08/commercial-trucks.jpg">
              <a:extLst>
                <a:ext uri="{FF2B5EF4-FFF2-40B4-BE49-F238E27FC236}">
                  <a16:creationId xmlns:a16="http://schemas.microsoft.com/office/drawing/2014/main" id="{CE5034F9-E5C8-47B1-9CAB-E627E16E177C}"/>
                </a:ext>
              </a:extLst>
            </p:cNvPr>
            <p:cNvPicPr>
              <a:picLocks noChangeAspect="1" noChangeArrowheads="1"/>
            </p:cNvPicPr>
            <p:nvPr/>
          </p:nvPicPr>
          <p:blipFill>
            <a:blip r:embed="rId7" cstate="print"/>
            <a:srcRect/>
            <a:stretch>
              <a:fillRect/>
            </a:stretch>
          </p:blipFill>
          <p:spPr bwMode="auto">
            <a:xfrm>
              <a:off x="5257800" y="1371600"/>
              <a:ext cx="1981200" cy="1600200"/>
            </a:xfrm>
            <a:prstGeom prst="rect">
              <a:avLst/>
            </a:prstGeom>
            <a:noFill/>
          </p:spPr>
        </p:pic>
      </p:grpSp>
      <p:sp>
        <p:nvSpPr>
          <p:cNvPr id="3" name="Rectangle 2">
            <a:extLst>
              <a:ext uri="{FF2B5EF4-FFF2-40B4-BE49-F238E27FC236}">
                <a16:creationId xmlns:a16="http://schemas.microsoft.com/office/drawing/2014/main" id="{DCBFB4FE-59A3-4102-85A1-C4CDD1B4DB83}"/>
              </a:ext>
            </a:extLst>
          </p:cNvPr>
          <p:cNvSpPr/>
          <p:nvPr/>
        </p:nvSpPr>
        <p:spPr>
          <a:xfrm>
            <a:off x="359352" y="1151695"/>
            <a:ext cx="6705600" cy="5032147"/>
          </a:xfrm>
          <a:prstGeom prst="rect">
            <a:avLst/>
          </a:prstGeom>
        </p:spPr>
        <p:txBody>
          <a:bodyPr wrap="square" anchor="t">
            <a:spAutoFit/>
          </a:bodyPr>
          <a:lstStyle/>
          <a:p>
            <a:pPr algn="just"/>
            <a:r>
              <a:rPr lang="en-US" dirty="0">
                <a:latin typeface="Times New Roman"/>
                <a:cs typeface="Times New Roman"/>
              </a:rPr>
              <a:t>Formation of a highly reputable Oil &amp; Gas trading company that is specialized in Procurement, Trading and Services.  Focus segments would be Oilfield Chemicals complemented by owning a blending facility that provides numerous products, OCTG, Lubricants and PPE.  </a:t>
            </a:r>
            <a:endParaRPr lang="en-US" dirty="0">
              <a:latin typeface="Times New Roman" pitchFamily="18" charset="0"/>
              <a:cs typeface="Times New Roman" pitchFamily="18" charset="0"/>
            </a:endParaRPr>
          </a:p>
          <a:p>
            <a:pPr algn="just"/>
            <a:endParaRPr lang="en-GB" sz="1100"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In addition, this company would be supported by maintaining fully equipped facilities, including Laboratory, sizable warehousing &amp; offices as well as a complete distribution network all staffed by personnel who are able to service customers in MENA region. </a:t>
            </a:r>
          </a:p>
          <a:p>
            <a:pPr algn="just"/>
            <a:endParaRPr lang="en-GB" sz="1100"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Key operations need to be in place while leaving a multitude of important tasks to this Organization, examples include:</a:t>
            </a:r>
          </a:p>
          <a:p>
            <a:pPr algn="just"/>
            <a:endParaRPr lang="en-GB" sz="1100"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Sales &amp; Marketing</a:t>
            </a:r>
            <a:endParaRPr lang="en-GB"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Customs Clearance &amp; Forwarding</a:t>
            </a:r>
            <a:endParaRPr lang="en-GB"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Financial Services</a:t>
            </a:r>
            <a:endParaRPr lang="en-GB" dirty="0">
              <a:latin typeface="Times New Roman" pitchFamily="18" charset="0"/>
              <a:cs typeface="Times New Roman" pitchFamily="18" charset="0"/>
            </a:endParaRPr>
          </a:p>
          <a:p>
            <a:pPr marL="342900" lvl="0" indent="-342900" algn="just">
              <a:buFont typeface="+mj-lt"/>
              <a:buAutoNum type="arabicPeriod"/>
            </a:pPr>
            <a:r>
              <a:rPr lang="en-US" dirty="0">
                <a:latin typeface="Times New Roman" pitchFamily="18" charset="0"/>
                <a:cs typeface="Times New Roman" pitchFamily="18" charset="0"/>
              </a:rPr>
              <a:t>Infrastructure &amp; Logistical Support such as offices &amp; warehousing, transportation &amp; delivery, personnel and general management</a:t>
            </a:r>
            <a:endParaRPr lang="en-US" dirty="0"/>
          </a:p>
        </p:txBody>
      </p:sp>
      <p:sp>
        <p:nvSpPr>
          <p:cNvPr id="4" name="Rectangle 3">
            <a:extLst>
              <a:ext uri="{FF2B5EF4-FFF2-40B4-BE49-F238E27FC236}">
                <a16:creationId xmlns:a16="http://schemas.microsoft.com/office/drawing/2014/main" id="{DD1DD5DD-EFED-4DD3-B85A-BE72CCA10E2B}"/>
              </a:ext>
            </a:extLst>
          </p:cNvPr>
          <p:cNvSpPr/>
          <p:nvPr/>
        </p:nvSpPr>
        <p:spPr>
          <a:xfrm>
            <a:off x="419966" y="598692"/>
            <a:ext cx="1011624" cy="461665"/>
          </a:xfrm>
          <a:prstGeom prst="rect">
            <a:avLst/>
          </a:prstGeom>
        </p:spPr>
        <p:txBody>
          <a:bodyPr wrap="none" anchor="t">
            <a:spAutoFit/>
          </a:bodyPr>
          <a:lstStyle/>
          <a:p>
            <a:r>
              <a:rPr lang="en-US" sz="2400" b="1" u="sng" dirty="0">
                <a:latin typeface="Times New Roman"/>
                <a:cs typeface="Times New Roman"/>
              </a:rPr>
              <a:t>Vision</a:t>
            </a:r>
          </a:p>
        </p:txBody>
      </p:sp>
    </p:spTree>
    <p:extLst>
      <p:ext uri="{BB962C8B-B14F-4D97-AF65-F5344CB8AC3E}">
        <p14:creationId xmlns:p14="http://schemas.microsoft.com/office/powerpoint/2010/main" val="1592929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4CC0440-2718-42DE-8AAD-25B0E48000C3}"/>
              </a:ext>
            </a:extLst>
          </p:cNvPr>
          <p:cNvSpPr/>
          <p:nvPr/>
        </p:nvSpPr>
        <p:spPr>
          <a:xfrm>
            <a:off x="4509646" y="1680673"/>
            <a:ext cx="3330488" cy="3139321"/>
          </a:xfrm>
          <a:prstGeom prst="rect">
            <a:avLst/>
          </a:prstGeom>
        </p:spPr>
        <p:txBody>
          <a:bodyPr wrap="square" anchor="t">
            <a:spAutoFit/>
          </a:bodyPr>
          <a:lstStyle/>
          <a:p>
            <a:pPr algn="ctr"/>
            <a:r>
              <a:rPr lang="en-GB" b="1" dirty="0">
                <a:latin typeface="Georgia"/>
                <a:cs typeface="Times New Roman"/>
              </a:rPr>
              <a:t>OCTG</a:t>
            </a:r>
            <a:endParaRPr lang="en-US" dirty="0">
              <a:latin typeface="Georgia"/>
              <a:cs typeface="Times New Roman"/>
            </a:endParaRPr>
          </a:p>
          <a:p>
            <a:pPr algn="ctr"/>
            <a:endParaRPr lang="en-GB" dirty="0">
              <a:latin typeface="Georgia"/>
              <a:cs typeface="Times New Roman"/>
            </a:endParaRPr>
          </a:p>
          <a:p>
            <a:pPr algn="ctr"/>
            <a:r>
              <a:rPr lang="en-US" dirty="0">
                <a:latin typeface="Georgia"/>
                <a:cs typeface="Times New Roman"/>
              </a:rPr>
              <a:t>Oil country tubular goods (OCTG) is a family of seamless rolled products consisting of drill pipe, casing and tubing subjected to loading conditions according to their specific applications.  There are huge requirements for these products in the Oil &amp; Gas</a:t>
            </a:r>
            <a:endParaRPr lang="en-GB" b="0" i="0" u="none" strike="noStrike" dirty="0">
              <a:solidFill>
                <a:srgbClr val="333333"/>
              </a:solidFill>
              <a:effectLst/>
              <a:latin typeface="Georgia"/>
              <a:cs typeface="Times New Roman"/>
            </a:endParaRPr>
          </a:p>
        </p:txBody>
      </p:sp>
      <p:sp>
        <p:nvSpPr>
          <p:cNvPr id="13" name="Rectangle 12">
            <a:extLst>
              <a:ext uri="{FF2B5EF4-FFF2-40B4-BE49-F238E27FC236}">
                <a16:creationId xmlns:a16="http://schemas.microsoft.com/office/drawing/2014/main" id="{BA07DD48-3523-4C5B-868A-9E9A6ADBA6DE}"/>
              </a:ext>
            </a:extLst>
          </p:cNvPr>
          <p:cNvSpPr/>
          <p:nvPr/>
        </p:nvSpPr>
        <p:spPr>
          <a:xfrm>
            <a:off x="8452962" y="1467369"/>
            <a:ext cx="2957411" cy="3416320"/>
          </a:xfrm>
          <a:prstGeom prst="rect">
            <a:avLst/>
          </a:prstGeom>
        </p:spPr>
        <p:txBody>
          <a:bodyPr wrap="square" anchor="t">
            <a:spAutoFit/>
          </a:bodyPr>
          <a:lstStyle/>
          <a:p>
            <a:pPr algn="ctr"/>
            <a:r>
              <a:rPr lang="en-GB" b="1" dirty="0">
                <a:latin typeface="Georgia"/>
                <a:cs typeface="Times New Roman"/>
              </a:rPr>
              <a:t>Asset Integrity Management (AIM) Services</a:t>
            </a:r>
          </a:p>
          <a:p>
            <a:pPr algn="ctr"/>
            <a:endParaRPr lang="en-GB" b="1" dirty="0">
              <a:latin typeface="Georgia"/>
              <a:cs typeface="Times New Roman"/>
            </a:endParaRPr>
          </a:p>
          <a:p>
            <a:pPr algn="ctr"/>
            <a:r>
              <a:rPr lang="en-US" dirty="0">
                <a:latin typeface="Georgia"/>
                <a:cs typeface="Times New Roman"/>
              </a:rPr>
              <a:t>Our specialists provide support in all areas of Asset Integrity Management, including mechanical integrity, inspection and maintenance and supply of Material </a:t>
            </a:r>
            <a:endParaRPr lang="en-GB" b="0" i="0" u="none" strike="noStrike" dirty="0">
              <a:solidFill>
                <a:srgbClr val="333333"/>
              </a:solidFill>
              <a:effectLst/>
              <a:latin typeface="Georgia"/>
              <a:cs typeface="Times New Roman"/>
            </a:endParaRPr>
          </a:p>
        </p:txBody>
      </p:sp>
      <p:sp>
        <p:nvSpPr>
          <p:cNvPr id="14" name="TextBox 13">
            <a:extLst>
              <a:ext uri="{FF2B5EF4-FFF2-40B4-BE49-F238E27FC236}">
                <a16:creationId xmlns:a16="http://schemas.microsoft.com/office/drawing/2014/main" id="{CA883E59-7358-465B-9FEB-C95F75F8EBB1}"/>
              </a:ext>
            </a:extLst>
          </p:cNvPr>
          <p:cNvSpPr txBox="1"/>
          <p:nvPr/>
        </p:nvSpPr>
        <p:spPr>
          <a:xfrm>
            <a:off x="416370" y="653012"/>
            <a:ext cx="5616780" cy="461665"/>
          </a:xfrm>
          <a:prstGeom prst="rect">
            <a:avLst/>
          </a:prstGeom>
          <a:noFill/>
        </p:spPr>
        <p:txBody>
          <a:bodyPr wrap="square" rtlCol="0" anchor="t">
            <a:spAutoFit/>
          </a:bodyPr>
          <a:lstStyle/>
          <a:p>
            <a:r>
              <a:rPr lang="en-GB" sz="2400" b="1" u="sng" dirty="0">
                <a:latin typeface="Times New Roman"/>
                <a:ea typeface="Verdana"/>
                <a:cs typeface="Times New Roman"/>
              </a:rPr>
              <a:t>Main Focus Segments</a:t>
            </a:r>
          </a:p>
        </p:txBody>
      </p:sp>
      <p:sp>
        <p:nvSpPr>
          <p:cNvPr id="3" name="Rectangle 2">
            <a:extLst>
              <a:ext uri="{FF2B5EF4-FFF2-40B4-BE49-F238E27FC236}">
                <a16:creationId xmlns:a16="http://schemas.microsoft.com/office/drawing/2014/main" id="{49444F78-69A1-44DF-AE50-FC2C2A22831D}"/>
              </a:ext>
            </a:extLst>
          </p:cNvPr>
          <p:cNvSpPr/>
          <p:nvPr/>
        </p:nvSpPr>
        <p:spPr>
          <a:xfrm>
            <a:off x="416370" y="1680673"/>
            <a:ext cx="3039534" cy="2585323"/>
          </a:xfrm>
          <a:prstGeom prst="rect">
            <a:avLst/>
          </a:prstGeom>
        </p:spPr>
        <p:txBody>
          <a:bodyPr wrap="square" anchor="t">
            <a:spAutoFit/>
          </a:bodyPr>
          <a:lstStyle/>
          <a:p>
            <a:pPr algn="ctr"/>
            <a:r>
              <a:rPr lang="en-GB" b="1" dirty="0">
                <a:latin typeface="Georgia"/>
                <a:cs typeface="Times New Roman"/>
              </a:rPr>
              <a:t>Oilfield Chemicals</a:t>
            </a:r>
          </a:p>
          <a:p>
            <a:endParaRPr lang="en-US" dirty="0">
              <a:latin typeface="Georgia"/>
              <a:cs typeface="Times New Roman"/>
            </a:endParaRPr>
          </a:p>
          <a:p>
            <a:pPr algn="ctr"/>
            <a:r>
              <a:rPr lang="en-US" dirty="0">
                <a:latin typeface="Georgia"/>
                <a:cs typeface="Times New Roman"/>
              </a:rPr>
              <a:t>Chemical treatment to oil and gas, starting from production level to final consumption, plays very import role in oil and gas industries.  This will be the main focus for our company</a:t>
            </a:r>
            <a:endParaRPr lang="en-GB" dirty="0">
              <a:latin typeface="Georgia"/>
              <a:cs typeface="Times New Roman"/>
            </a:endParaRPr>
          </a:p>
        </p:txBody>
      </p:sp>
      <p:sp>
        <p:nvSpPr>
          <p:cNvPr id="2" name="Rectangle 1">
            <a:extLst>
              <a:ext uri="{FF2B5EF4-FFF2-40B4-BE49-F238E27FC236}">
                <a16:creationId xmlns:a16="http://schemas.microsoft.com/office/drawing/2014/main" id="{0FB69F87-B4D1-4BAE-A4BB-07B117DA3E60}"/>
              </a:ext>
            </a:extLst>
          </p:cNvPr>
          <p:cNvSpPr/>
          <p:nvPr/>
        </p:nvSpPr>
        <p:spPr>
          <a:xfrm>
            <a:off x="506436" y="4843008"/>
            <a:ext cx="11250696" cy="1493935"/>
          </a:xfrm>
          <a:prstGeom prst="rect">
            <a:avLst/>
          </a:prstGeom>
        </p:spPr>
        <p:txBody>
          <a:bodyPr wrap="square" anchor="t">
            <a:spAutoFit/>
          </a:bodyPr>
          <a:lstStyle/>
          <a:p>
            <a:pPr marL="57150" lvl="1" algn="ctr">
              <a:lnSpc>
                <a:spcPct val="130000"/>
              </a:lnSpc>
              <a:spcBef>
                <a:spcPts val="1800"/>
              </a:spcBef>
              <a:buSzPct val="85000"/>
            </a:pPr>
            <a:r>
              <a:rPr lang="en-US" sz="2400" b="1" dirty="0"/>
              <a:t>Our role is to create exclusive agencies with leading principals and bring new technologies to MENA region.  We will support our principals by helping them market and sell their products to the Oil &amp; Gas sector.</a:t>
            </a:r>
          </a:p>
        </p:txBody>
      </p:sp>
    </p:spTree>
    <p:extLst>
      <p:ext uri="{BB962C8B-B14F-4D97-AF65-F5344CB8AC3E}">
        <p14:creationId xmlns:p14="http://schemas.microsoft.com/office/powerpoint/2010/main" val="3510826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4CC0440-2718-42DE-8AAD-25B0E48000C3}"/>
              </a:ext>
            </a:extLst>
          </p:cNvPr>
          <p:cNvSpPr/>
          <p:nvPr/>
        </p:nvSpPr>
        <p:spPr>
          <a:xfrm>
            <a:off x="3781897" y="1680673"/>
            <a:ext cx="3134502" cy="4524315"/>
          </a:xfrm>
          <a:prstGeom prst="rect">
            <a:avLst/>
          </a:prstGeom>
        </p:spPr>
        <p:txBody>
          <a:bodyPr wrap="square" anchor="t">
            <a:spAutoFit/>
          </a:bodyPr>
          <a:lstStyle/>
          <a:p>
            <a:pPr algn="ctr"/>
            <a:r>
              <a:rPr lang="en-GB" b="1" dirty="0">
                <a:latin typeface="Times New Roman"/>
                <a:cs typeface="Times New Roman"/>
              </a:rPr>
              <a:t>Procurement &amp; Sourcing &amp; AIM</a:t>
            </a:r>
            <a:endParaRPr lang="en-US" dirty="0"/>
          </a:p>
          <a:p>
            <a:pPr algn="ctr"/>
            <a:endParaRPr lang="en-GB" dirty="0">
              <a:latin typeface="Times New Roman"/>
              <a:cs typeface="Times New Roman"/>
            </a:endParaRPr>
          </a:p>
          <a:p>
            <a:pPr algn="ctr"/>
            <a:r>
              <a:rPr lang="en-GB" dirty="0">
                <a:latin typeface="Times New Roman"/>
                <a:cs typeface="Times New Roman"/>
              </a:rPr>
              <a:t>To Procure products through a network of Principal companies that we will represent and thru international procurement representatives in USA, India, China, Europe and Middle East.  To have a fully-dedicated experienced team with Engineering backgrounds and technical knowledge to ensure we get the best products at the best price possible.</a:t>
            </a:r>
          </a:p>
          <a:p>
            <a:pPr algn="ctr"/>
            <a:endParaRPr lang="en-GB" b="0" i="0" u="none" strike="noStrike" dirty="0">
              <a:solidFill>
                <a:srgbClr val="333333"/>
              </a:solidFill>
              <a:effectLst/>
              <a:latin typeface="Times New Roman"/>
              <a:cs typeface="Times New Roman"/>
            </a:endParaRPr>
          </a:p>
        </p:txBody>
      </p:sp>
      <p:sp>
        <p:nvSpPr>
          <p:cNvPr id="13" name="Rectangle 12">
            <a:extLst>
              <a:ext uri="{FF2B5EF4-FFF2-40B4-BE49-F238E27FC236}">
                <a16:creationId xmlns:a16="http://schemas.microsoft.com/office/drawing/2014/main" id="{BA07DD48-3523-4C5B-868A-9E9A6ADBA6DE}"/>
              </a:ext>
            </a:extLst>
          </p:cNvPr>
          <p:cNvSpPr/>
          <p:nvPr/>
        </p:nvSpPr>
        <p:spPr>
          <a:xfrm>
            <a:off x="7414256" y="1682770"/>
            <a:ext cx="3134502" cy="4524315"/>
          </a:xfrm>
          <a:prstGeom prst="rect">
            <a:avLst/>
          </a:prstGeom>
        </p:spPr>
        <p:txBody>
          <a:bodyPr wrap="square" anchor="t">
            <a:spAutoFit/>
          </a:bodyPr>
          <a:lstStyle/>
          <a:p>
            <a:pPr algn="ctr"/>
            <a:r>
              <a:rPr lang="en-GB" b="1" dirty="0">
                <a:latin typeface="Times New Roman"/>
                <a:cs typeface="Times New Roman"/>
              </a:rPr>
              <a:t>Logistics Management</a:t>
            </a:r>
            <a:br>
              <a:rPr lang="en-GB" b="1" dirty="0">
                <a:latin typeface="Times New Roman"/>
              </a:rPr>
            </a:br>
            <a:r>
              <a:rPr lang="en-GB" b="1" dirty="0">
                <a:latin typeface="Times New Roman"/>
                <a:cs typeface="Times New Roman"/>
              </a:rPr>
              <a:t>&amp; Customer Service</a:t>
            </a:r>
            <a:endParaRPr lang="en-US" dirty="0">
              <a:cs typeface="Calibri" panose="020F0502020204030204"/>
            </a:endParaRPr>
          </a:p>
          <a:p>
            <a:pPr algn="ctr"/>
            <a:endParaRPr lang="en-GB" b="1" dirty="0">
              <a:latin typeface="Times New Roman"/>
              <a:cs typeface="Times New Roman"/>
            </a:endParaRPr>
          </a:p>
          <a:p>
            <a:pPr algn="ctr"/>
            <a:r>
              <a:rPr lang="en-GB" dirty="0">
                <a:latin typeface="Times New Roman"/>
                <a:cs typeface="Times New Roman"/>
              </a:rPr>
              <a:t>To have dedicated employees who manage our customers logistics needs for “door-to-door” product delivery working with local and global freight forwarders and shipping lines 24hr/7.</a:t>
            </a:r>
          </a:p>
          <a:p>
            <a:pPr algn="r"/>
            <a:endParaRPr lang="en-GB" b="0" i="0" u="none" strike="noStrike" dirty="0">
              <a:solidFill>
                <a:srgbClr val="333333"/>
              </a:solidFill>
              <a:effectLst/>
              <a:latin typeface="Times New Roman"/>
              <a:cs typeface="Times New Roman"/>
            </a:endParaRPr>
          </a:p>
          <a:p>
            <a:pPr algn="r"/>
            <a:endParaRPr lang="en-GB" dirty="0">
              <a:solidFill>
                <a:srgbClr val="333333"/>
              </a:solidFill>
              <a:latin typeface="Times New Roman"/>
              <a:cs typeface="Times New Roman"/>
            </a:endParaRPr>
          </a:p>
          <a:p>
            <a:pPr algn="r"/>
            <a:endParaRPr lang="en-GB" b="0" i="0" u="none" strike="noStrike" dirty="0">
              <a:solidFill>
                <a:srgbClr val="333333"/>
              </a:solidFill>
              <a:effectLst/>
              <a:latin typeface="Times New Roman"/>
              <a:cs typeface="Times New Roman"/>
            </a:endParaRPr>
          </a:p>
          <a:p>
            <a:pPr algn="r"/>
            <a:endParaRPr lang="en-GB" dirty="0">
              <a:solidFill>
                <a:srgbClr val="333333"/>
              </a:solidFill>
              <a:latin typeface="Times New Roman"/>
              <a:cs typeface="Times New Roman"/>
            </a:endParaRPr>
          </a:p>
          <a:p>
            <a:pPr algn="r"/>
            <a:endParaRPr lang="en-GB" b="0" i="0" u="none" strike="noStrike" dirty="0">
              <a:solidFill>
                <a:srgbClr val="333333"/>
              </a:solidFill>
              <a:effectLst/>
              <a:latin typeface="Times New Roman"/>
              <a:cs typeface="Times New Roman"/>
            </a:endParaRPr>
          </a:p>
          <a:p>
            <a:pPr algn="r"/>
            <a:endParaRPr lang="en-GB" b="0" i="0" u="none" strike="noStrike" dirty="0">
              <a:solidFill>
                <a:srgbClr val="333333"/>
              </a:solidFill>
              <a:effectLst/>
              <a:latin typeface="Times New Roman"/>
              <a:cs typeface="Times New Roman"/>
            </a:endParaRPr>
          </a:p>
        </p:txBody>
      </p:sp>
      <p:sp>
        <p:nvSpPr>
          <p:cNvPr id="14" name="TextBox 13">
            <a:extLst>
              <a:ext uri="{FF2B5EF4-FFF2-40B4-BE49-F238E27FC236}">
                <a16:creationId xmlns:a16="http://schemas.microsoft.com/office/drawing/2014/main" id="{CA883E59-7358-465B-9FEB-C95F75F8EBB1}"/>
              </a:ext>
            </a:extLst>
          </p:cNvPr>
          <p:cNvSpPr txBox="1"/>
          <p:nvPr/>
        </p:nvSpPr>
        <p:spPr>
          <a:xfrm>
            <a:off x="416370" y="653012"/>
            <a:ext cx="5616780" cy="461665"/>
          </a:xfrm>
          <a:prstGeom prst="rect">
            <a:avLst/>
          </a:prstGeom>
          <a:noFill/>
        </p:spPr>
        <p:txBody>
          <a:bodyPr wrap="square" rtlCol="0" anchor="t">
            <a:spAutoFit/>
          </a:bodyPr>
          <a:lstStyle/>
          <a:p>
            <a:r>
              <a:rPr lang="en-GB" sz="2400" b="1" u="sng" dirty="0">
                <a:latin typeface="Times New Roman"/>
                <a:cs typeface="Times New Roman"/>
              </a:rPr>
              <a:t>Our Services</a:t>
            </a:r>
          </a:p>
        </p:txBody>
      </p:sp>
      <p:sp>
        <p:nvSpPr>
          <p:cNvPr id="3" name="Rectangle 2">
            <a:extLst>
              <a:ext uri="{FF2B5EF4-FFF2-40B4-BE49-F238E27FC236}">
                <a16:creationId xmlns:a16="http://schemas.microsoft.com/office/drawing/2014/main" id="{49444F78-69A1-44DF-AE50-FC2C2A22831D}"/>
              </a:ext>
            </a:extLst>
          </p:cNvPr>
          <p:cNvSpPr/>
          <p:nvPr/>
        </p:nvSpPr>
        <p:spPr>
          <a:xfrm>
            <a:off x="416370" y="1680673"/>
            <a:ext cx="3039534" cy="2862322"/>
          </a:xfrm>
          <a:prstGeom prst="rect">
            <a:avLst/>
          </a:prstGeom>
        </p:spPr>
        <p:txBody>
          <a:bodyPr wrap="square" anchor="t">
            <a:spAutoFit/>
          </a:bodyPr>
          <a:lstStyle/>
          <a:p>
            <a:pPr algn="ctr"/>
            <a:r>
              <a:rPr lang="en-GB" b="1" dirty="0">
                <a:latin typeface="Times New Roman"/>
                <a:cs typeface="Times New Roman"/>
              </a:rPr>
              <a:t>Equipment and Chemical supplies</a:t>
            </a:r>
          </a:p>
          <a:p>
            <a:pPr algn="ctr"/>
            <a:endParaRPr lang="en-GB" b="1" dirty="0">
              <a:latin typeface="Times New Roman"/>
              <a:cs typeface="Times New Roman"/>
            </a:endParaRPr>
          </a:p>
          <a:p>
            <a:pPr algn="ctr"/>
            <a:r>
              <a:rPr lang="en-GB" dirty="0">
                <a:latin typeface="Times New Roman"/>
                <a:cs typeface="Times New Roman"/>
              </a:rPr>
              <a:t>Stock items for our customers at our own warehouses to ensure that there are always stock available to meet their needs or we provide them with Custom Store options at their own dedicated sites.</a:t>
            </a:r>
          </a:p>
        </p:txBody>
      </p:sp>
    </p:spTree>
    <p:extLst>
      <p:ext uri="{BB962C8B-B14F-4D97-AF65-F5344CB8AC3E}">
        <p14:creationId xmlns:p14="http://schemas.microsoft.com/office/powerpoint/2010/main" val="3566278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CA883E59-7358-465B-9FEB-C95F75F8EBB1}"/>
              </a:ext>
            </a:extLst>
          </p:cNvPr>
          <p:cNvSpPr txBox="1"/>
          <p:nvPr/>
        </p:nvSpPr>
        <p:spPr>
          <a:xfrm>
            <a:off x="416370" y="653012"/>
            <a:ext cx="5616780" cy="461665"/>
          </a:xfrm>
          <a:prstGeom prst="rect">
            <a:avLst/>
          </a:prstGeom>
          <a:noFill/>
        </p:spPr>
        <p:txBody>
          <a:bodyPr wrap="square" rtlCol="0" anchor="t">
            <a:spAutoFit/>
          </a:bodyPr>
          <a:lstStyle/>
          <a:p>
            <a:r>
              <a:rPr lang="en-GB" sz="2400" b="1" u="sng" dirty="0">
                <a:latin typeface="Times New Roman"/>
                <a:cs typeface="Times New Roman"/>
              </a:rPr>
              <a:t>Our Focus Markets</a:t>
            </a:r>
          </a:p>
        </p:txBody>
      </p:sp>
      <p:sp>
        <p:nvSpPr>
          <p:cNvPr id="3" name="Rectangle 2">
            <a:extLst>
              <a:ext uri="{FF2B5EF4-FFF2-40B4-BE49-F238E27FC236}">
                <a16:creationId xmlns:a16="http://schemas.microsoft.com/office/drawing/2014/main" id="{49444F78-69A1-44DF-AE50-FC2C2A22831D}"/>
              </a:ext>
            </a:extLst>
          </p:cNvPr>
          <p:cNvSpPr/>
          <p:nvPr/>
        </p:nvSpPr>
        <p:spPr>
          <a:xfrm>
            <a:off x="796965" y="2079777"/>
            <a:ext cx="2530030" cy="2862322"/>
          </a:xfrm>
          <a:prstGeom prst="rect">
            <a:avLst/>
          </a:prstGeom>
        </p:spPr>
        <p:txBody>
          <a:bodyPr wrap="square" anchor="t">
            <a:spAutoFit/>
          </a:bodyPr>
          <a:lstStyle/>
          <a:p>
            <a:r>
              <a:rPr lang="en-GB" b="1" u="sng" dirty="0">
                <a:latin typeface="Times New Roman"/>
                <a:cs typeface="Times New Roman"/>
              </a:rPr>
              <a:t>MENA Region</a:t>
            </a:r>
          </a:p>
          <a:p>
            <a:endParaRPr lang="en-GB" b="1" dirty="0">
              <a:latin typeface="Times New Roman"/>
              <a:cs typeface="Times New Roman"/>
            </a:endParaRPr>
          </a:p>
          <a:p>
            <a:r>
              <a:rPr lang="en-GB" b="1" dirty="0">
                <a:latin typeface="Times New Roman"/>
                <a:cs typeface="Times New Roman"/>
              </a:rPr>
              <a:t>Iraq</a:t>
            </a:r>
          </a:p>
          <a:p>
            <a:r>
              <a:rPr lang="en-GB" b="1" dirty="0">
                <a:latin typeface="Times New Roman"/>
                <a:cs typeface="Times New Roman"/>
              </a:rPr>
              <a:t>Oman</a:t>
            </a:r>
          </a:p>
          <a:p>
            <a:r>
              <a:rPr lang="en-GB" b="1" dirty="0">
                <a:latin typeface="Times New Roman"/>
                <a:cs typeface="Times New Roman"/>
              </a:rPr>
              <a:t>Kuwait</a:t>
            </a:r>
          </a:p>
          <a:p>
            <a:r>
              <a:rPr lang="en-GB" b="1" dirty="0">
                <a:latin typeface="Times New Roman"/>
                <a:cs typeface="Times New Roman"/>
              </a:rPr>
              <a:t>Qatar</a:t>
            </a:r>
          </a:p>
          <a:p>
            <a:r>
              <a:rPr lang="en-GB" b="1" dirty="0">
                <a:latin typeface="Times New Roman"/>
                <a:cs typeface="Times New Roman"/>
              </a:rPr>
              <a:t>Algeria</a:t>
            </a:r>
          </a:p>
          <a:p>
            <a:r>
              <a:rPr lang="en-GB" b="1" dirty="0">
                <a:latin typeface="Times New Roman"/>
                <a:cs typeface="Times New Roman"/>
              </a:rPr>
              <a:t>Nigeria</a:t>
            </a:r>
          </a:p>
          <a:p>
            <a:endParaRPr lang="en-GB" b="1" dirty="0">
              <a:latin typeface="Times New Roman"/>
              <a:cs typeface="Times New Roman"/>
            </a:endParaRPr>
          </a:p>
          <a:p>
            <a:endParaRPr lang="en-GB" dirty="0">
              <a:latin typeface="Times New Roman"/>
              <a:cs typeface="Times New Roman"/>
            </a:endParaRPr>
          </a:p>
        </p:txBody>
      </p:sp>
      <p:sp>
        <p:nvSpPr>
          <p:cNvPr id="2" name="TextBox 1">
            <a:extLst>
              <a:ext uri="{FF2B5EF4-FFF2-40B4-BE49-F238E27FC236}">
                <a16:creationId xmlns:a16="http://schemas.microsoft.com/office/drawing/2014/main" id="{10F7527E-034D-4834-A726-1BEC29F7E8A5}"/>
              </a:ext>
            </a:extLst>
          </p:cNvPr>
          <p:cNvSpPr txBox="1"/>
          <p:nvPr/>
        </p:nvSpPr>
        <p:spPr>
          <a:xfrm>
            <a:off x="3962399" y="1859353"/>
            <a:ext cx="2785533" cy="2585323"/>
          </a:xfrm>
          <a:prstGeom prst="rect">
            <a:avLst/>
          </a:prstGeom>
          <a:noFill/>
        </p:spPr>
        <p:txBody>
          <a:bodyPr wrap="square" rtlCol="0">
            <a:spAutoFit/>
          </a:bodyPr>
          <a:lstStyle/>
          <a:p>
            <a:endParaRPr lang="en-GB" b="1" dirty="0">
              <a:latin typeface="Times New Roman"/>
              <a:cs typeface="Times New Roman"/>
            </a:endParaRPr>
          </a:p>
          <a:p>
            <a:r>
              <a:rPr lang="en-GB" b="1" u="sng" dirty="0">
                <a:latin typeface="Times New Roman"/>
                <a:cs typeface="Times New Roman"/>
              </a:rPr>
              <a:t>Other Region</a:t>
            </a:r>
          </a:p>
          <a:p>
            <a:endParaRPr lang="en-GB" b="1" dirty="0">
              <a:latin typeface="Times New Roman"/>
              <a:cs typeface="Times New Roman"/>
            </a:endParaRPr>
          </a:p>
          <a:p>
            <a:r>
              <a:rPr lang="en-GB" b="1" dirty="0">
                <a:latin typeface="Times New Roman"/>
                <a:cs typeface="Times New Roman"/>
              </a:rPr>
              <a:t>Canada</a:t>
            </a:r>
          </a:p>
          <a:p>
            <a:r>
              <a:rPr lang="en-GB" b="1" dirty="0">
                <a:latin typeface="Times New Roman"/>
                <a:cs typeface="Times New Roman"/>
              </a:rPr>
              <a:t>USA</a:t>
            </a:r>
          </a:p>
          <a:p>
            <a:r>
              <a:rPr lang="en-GB" b="1" dirty="0">
                <a:latin typeface="Times New Roman"/>
                <a:cs typeface="Times New Roman"/>
              </a:rPr>
              <a:t>Indonesia</a:t>
            </a:r>
          </a:p>
          <a:p>
            <a:r>
              <a:rPr lang="en-GB" b="1" dirty="0">
                <a:latin typeface="Times New Roman"/>
                <a:cs typeface="Times New Roman"/>
              </a:rPr>
              <a:t>Pakistan</a:t>
            </a:r>
          </a:p>
          <a:p>
            <a:r>
              <a:rPr lang="en-GB" b="1" dirty="0">
                <a:latin typeface="Times New Roman"/>
                <a:cs typeface="Times New Roman"/>
              </a:rPr>
              <a:t>Libya</a:t>
            </a:r>
          </a:p>
          <a:p>
            <a:r>
              <a:rPr lang="en-GB" b="1" dirty="0">
                <a:latin typeface="Times New Roman"/>
                <a:cs typeface="Times New Roman"/>
              </a:rPr>
              <a:t>Egypt</a:t>
            </a:r>
          </a:p>
        </p:txBody>
      </p:sp>
    </p:spTree>
    <p:extLst>
      <p:ext uri="{BB962C8B-B14F-4D97-AF65-F5344CB8AC3E}">
        <p14:creationId xmlns:p14="http://schemas.microsoft.com/office/powerpoint/2010/main" val="1569851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A17BC272-AEC5-4D21-BEDA-1C9654F0CBE9}"/>
              </a:ext>
            </a:extLst>
          </p:cNvPr>
          <p:cNvSpPr/>
          <p:nvPr/>
        </p:nvSpPr>
        <p:spPr>
          <a:xfrm>
            <a:off x="393868" y="655060"/>
            <a:ext cx="7789839" cy="461665"/>
          </a:xfrm>
          <a:prstGeom prst="rect">
            <a:avLst/>
          </a:prstGeom>
        </p:spPr>
        <p:txBody>
          <a:bodyPr wrap="square" anchor="t">
            <a:spAutoFit/>
          </a:bodyPr>
          <a:lstStyle/>
          <a:p>
            <a:r>
              <a:rPr lang="en-US" sz="2400" b="1" u="sng" dirty="0">
                <a:latin typeface="Times New Roman"/>
                <a:cs typeface="Times New Roman"/>
              </a:rPr>
              <a:t>Oilfield Chemicals Market Size</a:t>
            </a:r>
          </a:p>
        </p:txBody>
      </p:sp>
      <p:pic>
        <p:nvPicPr>
          <p:cNvPr id="11" name="Picture 10" descr="A screenshot of a cell phone&#10;&#10;Description generated with very high confidence">
            <a:extLst>
              <a:ext uri="{FF2B5EF4-FFF2-40B4-BE49-F238E27FC236}">
                <a16:creationId xmlns:a16="http://schemas.microsoft.com/office/drawing/2014/main" id="{1DEA4459-5A7B-45CE-B855-040A8575DB1E}"/>
              </a:ext>
            </a:extLst>
          </p:cNvPr>
          <p:cNvPicPr>
            <a:picLocks noChangeAspect="1"/>
          </p:cNvPicPr>
          <p:nvPr/>
        </p:nvPicPr>
        <p:blipFill>
          <a:blip r:embed="rId2"/>
          <a:stretch>
            <a:fillRect/>
          </a:stretch>
        </p:blipFill>
        <p:spPr>
          <a:xfrm>
            <a:off x="435114" y="1513682"/>
            <a:ext cx="5441381" cy="3582193"/>
          </a:xfrm>
          <a:prstGeom prst="rect">
            <a:avLst/>
          </a:prstGeom>
        </p:spPr>
      </p:pic>
      <p:pic>
        <p:nvPicPr>
          <p:cNvPr id="12" name="Picture 11" descr="A screenshot of a cell phone&#10;&#10;Description generated with very high confidence">
            <a:extLst>
              <a:ext uri="{FF2B5EF4-FFF2-40B4-BE49-F238E27FC236}">
                <a16:creationId xmlns:a16="http://schemas.microsoft.com/office/drawing/2014/main" id="{EFED731F-FE37-4F52-A44F-656DE65649A4}"/>
              </a:ext>
            </a:extLst>
          </p:cNvPr>
          <p:cNvPicPr>
            <a:picLocks noChangeAspect="1"/>
          </p:cNvPicPr>
          <p:nvPr/>
        </p:nvPicPr>
        <p:blipFill>
          <a:blip r:embed="rId3"/>
          <a:stretch>
            <a:fillRect/>
          </a:stretch>
        </p:blipFill>
        <p:spPr>
          <a:xfrm>
            <a:off x="6096000" y="1724025"/>
            <a:ext cx="5893477" cy="3095625"/>
          </a:xfrm>
          <a:prstGeom prst="rect">
            <a:avLst/>
          </a:prstGeom>
        </p:spPr>
      </p:pic>
    </p:spTree>
    <p:extLst>
      <p:ext uri="{BB962C8B-B14F-4D97-AF65-F5344CB8AC3E}">
        <p14:creationId xmlns:p14="http://schemas.microsoft.com/office/powerpoint/2010/main" val="3273327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A17BC272-AEC5-4D21-BEDA-1C9654F0CBE9}"/>
              </a:ext>
            </a:extLst>
          </p:cNvPr>
          <p:cNvSpPr/>
          <p:nvPr/>
        </p:nvSpPr>
        <p:spPr>
          <a:xfrm>
            <a:off x="419845" y="594446"/>
            <a:ext cx="7789839" cy="461665"/>
          </a:xfrm>
          <a:prstGeom prst="rect">
            <a:avLst/>
          </a:prstGeom>
        </p:spPr>
        <p:txBody>
          <a:bodyPr wrap="square" anchor="t">
            <a:spAutoFit/>
          </a:bodyPr>
          <a:lstStyle/>
          <a:p>
            <a:r>
              <a:rPr lang="en-US" sz="2400" b="1" u="sng" dirty="0">
                <a:latin typeface="Times New Roman"/>
                <a:cs typeface="Times New Roman"/>
              </a:rPr>
              <a:t>Oilfield Chemicals Segments</a:t>
            </a:r>
          </a:p>
        </p:txBody>
      </p:sp>
      <p:pic>
        <p:nvPicPr>
          <p:cNvPr id="3" name="Picture 2">
            <a:extLst>
              <a:ext uri="{FF2B5EF4-FFF2-40B4-BE49-F238E27FC236}">
                <a16:creationId xmlns:a16="http://schemas.microsoft.com/office/drawing/2014/main" id="{A05BCC01-4D2A-449F-BEF7-02795EA6EE27}"/>
              </a:ext>
            </a:extLst>
          </p:cNvPr>
          <p:cNvPicPr>
            <a:picLocks noChangeAspect="1"/>
          </p:cNvPicPr>
          <p:nvPr/>
        </p:nvPicPr>
        <p:blipFill>
          <a:blip r:embed="rId2"/>
          <a:stretch>
            <a:fillRect/>
          </a:stretch>
        </p:blipFill>
        <p:spPr>
          <a:xfrm>
            <a:off x="1062037" y="1395000"/>
            <a:ext cx="10067925" cy="5014912"/>
          </a:xfrm>
          <a:prstGeom prst="rect">
            <a:avLst/>
          </a:prstGeom>
        </p:spPr>
      </p:pic>
    </p:spTree>
    <p:extLst>
      <p:ext uri="{BB962C8B-B14F-4D97-AF65-F5344CB8AC3E}">
        <p14:creationId xmlns:p14="http://schemas.microsoft.com/office/powerpoint/2010/main" val="232670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2C47951-50F1-4223-8A66-69943F144607}"/>
              </a:ext>
            </a:extLst>
          </p:cNvPr>
          <p:cNvSpPr/>
          <p:nvPr/>
        </p:nvSpPr>
        <p:spPr>
          <a:xfrm>
            <a:off x="419845" y="577128"/>
            <a:ext cx="7789839" cy="461665"/>
          </a:xfrm>
          <a:prstGeom prst="rect">
            <a:avLst/>
          </a:prstGeom>
        </p:spPr>
        <p:txBody>
          <a:bodyPr wrap="square" anchor="t">
            <a:spAutoFit/>
          </a:bodyPr>
          <a:lstStyle/>
          <a:p>
            <a:r>
              <a:rPr lang="en-US" sz="2400" b="1" u="sng" dirty="0">
                <a:latin typeface="Times New Roman"/>
                <a:cs typeface="Times New Roman"/>
              </a:rPr>
              <a:t>OCTG Segments  -  Pt1</a:t>
            </a:r>
          </a:p>
        </p:txBody>
      </p:sp>
      <p:pic>
        <p:nvPicPr>
          <p:cNvPr id="2" name="Picture 1">
            <a:extLst>
              <a:ext uri="{FF2B5EF4-FFF2-40B4-BE49-F238E27FC236}">
                <a16:creationId xmlns:a16="http://schemas.microsoft.com/office/drawing/2014/main" id="{DCD731A5-832C-44AF-BF7C-F1A6BB4ADBD9}"/>
              </a:ext>
            </a:extLst>
          </p:cNvPr>
          <p:cNvPicPr>
            <a:picLocks noChangeAspect="1"/>
          </p:cNvPicPr>
          <p:nvPr/>
        </p:nvPicPr>
        <p:blipFill>
          <a:blip r:embed="rId2"/>
          <a:stretch>
            <a:fillRect/>
          </a:stretch>
        </p:blipFill>
        <p:spPr>
          <a:xfrm>
            <a:off x="1597868" y="1505023"/>
            <a:ext cx="9004900" cy="4744670"/>
          </a:xfrm>
          <a:prstGeom prst="rect">
            <a:avLst/>
          </a:prstGeom>
        </p:spPr>
      </p:pic>
    </p:spTree>
    <p:extLst>
      <p:ext uri="{BB962C8B-B14F-4D97-AF65-F5344CB8AC3E}">
        <p14:creationId xmlns:p14="http://schemas.microsoft.com/office/powerpoint/2010/main" val="842487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2C47951-50F1-4223-8A66-69943F144607}"/>
              </a:ext>
            </a:extLst>
          </p:cNvPr>
          <p:cNvSpPr/>
          <p:nvPr/>
        </p:nvSpPr>
        <p:spPr>
          <a:xfrm>
            <a:off x="419845" y="577128"/>
            <a:ext cx="7789839" cy="461665"/>
          </a:xfrm>
          <a:prstGeom prst="rect">
            <a:avLst/>
          </a:prstGeom>
        </p:spPr>
        <p:txBody>
          <a:bodyPr wrap="square" anchor="t">
            <a:spAutoFit/>
          </a:bodyPr>
          <a:lstStyle/>
          <a:p>
            <a:r>
              <a:rPr lang="en-US" sz="2400" b="1" u="sng" dirty="0">
                <a:latin typeface="Times New Roman"/>
                <a:cs typeface="Times New Roman"/>
              </a:rPr>
              <a:t>OCTG Segments  -  Pt2</a:t>
            </a:r>
          </a:p>
        </p:txBody>
      </p:sp>
      <p:pic>
        <p:nvPicPr>
          <p:cNvPr id="3" name="Picture 2">
            <a:extLst>
              <a:ext uri="{FF2B5EF4-FFF2-40B4-BE49-F238E27FC236}">
                <a16:creationId xmlns:a16="http://schemas.microsoft.com/office/drawing/2014/main" id="{C03B9558-FAB8-4BB3-BD43-06FCB1A0022B}"/>
              </a:ext>
            </a:extLst>
          </p:cNvPr>
          <p:cNvPicPr>
            <a:picLocks noChangeAspect="1"/>
          </p:cNvPicPr>
          <p:nvPr/>
        </p:nvPicPr>
        <p:blipFill>
          <a:blip r:embed="rId2"/>
          <a:stretch>
            <a:fillRect/>
          </a:stretch>
        </p:blipFill>
        <p:spPr>
          <a:xfrm>
            <a:off x="506436" y="1695137"/>
            <a:ext cx="4504017" cy="3467726"/>
          </a:xfrm>
          <a:prstGeom prst="rect">
            <a:avLst/>
          </a:prstGeom>
        </p:spPr>
      </p:pic>
      <p:sp>
        <p:nvSpPr>
          <p:cNvPr id="2" name="TextBox 1">
            <a:extLst>
              <a:ext uri="{FF2B5EF4-FFF2-40B4-BE49-F238E27FC236}">
                <a16:creationId xmlns:a16="http://schemas.microsoft.com/office/drawing/2014/main" id="{193E87BE-F2E2-404C-A5CD-7DED1D2785F1}"/>
              </a:ext>
            </a:extLst>
          </p:cNvPr>
          <p:cNvSpPr txBox="1"/>
          <p:nvPr/>
        </p:nvSpPr>
        <p:spPr>
          <a:xfrm>
            <a:off x="6688667" y="1828800"/>
            <a:ext cx="4368800" cy="1754326"/>
          </a:xfrm>
          <a:prstGeom prst="rect">
            <a:avLst/>
          </a:prstGeom>
          <a:noFill/>
        </p:spPr>
        <p:txBody>
          <a:bodyPr wrap="square" rtlCol="0">
            <a:spAutoFit/>
          </a:bodyPr>
          <a:lstStyle/>
          <a:p>
            <a:pPr algn="ctr"/>
            <a:r>
              <a:rPr lang="en-US" sz="2400" b="1" dirty="0"/>
              <a:t>Middle East Market is estimated at $3.44 Billion   (Total market is estimated at $43 Billion)</a:t>
            </a:r>
          </a:p>
          <a:p>
            <a:endParaRPr lang="en-US" dirty="0"/>
          </a:p>
          <a:p>
            <a:endParaRPr lang="en-US" dirty="0"/>
          </a:p>
        </p:txBody>
      </p:sp>
    </p:spTree>
    <p:extLst>
      <p:ext uri="{BB962C8B-B14F-4D97-AF65-F5344CB8AC3E}">
        <p14:creationId xmlns:p14="http://schemas.microsoft.com/office/powerpoint/2010/main" val="1529932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2C47951-50F1-4223-8A66-69943F144607}"/>
              </a:ext>
            </a:extLst>
          </p:cNvPr>
          <p:cNvSpPr/>
          <p:nvPr/>
        </p:nvSpPr>
        <p:spPr>
          <a:xfrm>
            <a:off x="418725" y="581414"/>
            <a:ext cx="7789839" cy="461665"/>
          </a:xfrm>
          <a:prstGeom prst="rect">
            <a:avLst/>
          </a:prstGeom>
        </p:spPr>
        <p:txBody>
          <a:bodyPr wrap="square" anchor="t">
            <a:spAutoFit/>
          </a:bodyPr>
          <a:lstStyle/>
          <a:p>
            <a:r>
              <a:rPr lang="en-US" sz="2400" b="1" u="sng" dirty="0">
                <a:latin typeface="Times New Roman"/>
                <a:cs typeface="Times New Roman"/>
              </a:rPr>
              <a:t>OCTG Segments  -  Pt3</a:t>
            </a:r>
          </a:p>
        </p:txBody>
      </p:sp>
      <p:pic>
        <p:nvPicPr>
          <p:cNvPr id="2" name="Picture 1">
            <a:extLst>
              <a:ext uri="{FF2B5EF4-FFF2-40B4-BE49-F238E27FC236}">
                <a16:creationId xmlns:a16="http://schemas.microsoft.com/office/drawing/2014/main" id="{94750613-3369-44B1-9A99-526E92EAFAC1}"/>
              </a:ext>
            </a:extLst>
          </p:cNvPr>
          <p:cNvPicPr>
            <a:picLocks noChangeAspect="1"/>
          </p:cNvPicPr>
          <p:nvPr/>
        </p:nvPicPr>
        <p:blipFill>
          <a:blip r:embed="rId2"/>
          <a:stretch>
            <a:fillRect/>
          </a:stretch>
        </p:blipFill>
        <p:spPr>
          <a:xfrm>
            <a:off x="1701799" y="1362406"/>
            <a:ext cx="7924801" cy="4905521"/>
          </a:xfrm>
          <a:prstGeom prst="rect">
            <a:avLst/>
          </a:prstGeom>
        </p:spPr>
      </p:pic>
    </p:spTree>
    <p:extLst>
      <p:ext uri="{BB962C8B-B14F-4D97-AF65-F5344CB8AC3E}">
        <p14:creationId xmlns:p14="http://schemas.microsoft.com/office/powerpoint/2010/main" val="191617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2C47951-50F1-4223-8A66-69943F144607}"/>
              </a:ext>
            </a:extLst>
          </p:cNvPr>
          <p:cNvSpPr/>
          <p:nvPr/>
        </p:nvSpPr>
        <p:spPr>
          <a:xfrm>
            <a:off x="419845" y="577128"/>
            <a:ext cx="7789839" cy="461665"/>
          </a:xfrm>
          <a:prstGeom prst="rect">
            <a:avLst/>
          </a:prstGeom>
        </p:spPr>
        <p:txBody>
          <a:bodyPr wrap="square" anchor="t">
            <a:spAutoFit/>
          </a:bodyPr>
          <a:lstStyle/>
          <a:p>
            <a:r>
              <a:rPr lang="en-US" sz="2400" b="1" u="sng">
                <a:latin typeface="Times New Roman"/>
                <a:cs typeface="Times New Roman"/>
              </a:rPr>
              <a:t>OCTG Segments  -  Pt4</a:t>
            </a:r>
            <a:endParaRPr lang="en-US" sz="2400" b="1" u="sng" dirty="0">
              <a:latin typeface="Times New Roman"/>
              <a:cs typeface="Times New Roman"/>
            </a:endParaRPr>
          </a:p>
        </p:txBody>
      </p:sp>
      <p:sp>
        <p:nvSpPr>
          <p:cNvPr id="2" name="TextBox 1">
            <a:extLst>
              <a:ext uri="{FF2B5EF4-FFF2-40B4-BE49-F238E27FC236}">
                <a16:creationId xmlns:a16="http://schemas.microsoft.com/office/drawing/2014/main" id="{395719D8-36BC-47CE-8791-D540F06D107C}"/>
              </a:ext>
            </a:extLst>
          </p:cNvPr>
          <p:cNvSpPr txBox="1"/>
          <p:nvPr/>
        </p:nvSpPr>
        <p:spPr>
          <a:xfrm>
            <a:off x="711200" y="1557867"/>
            <a:ext cx="8348133" cy="2308324"/>
          </a:xfrm>
          <a:prstGeom prst="rect">
            <a:avLst/>
          </a:prstGeom>
          <a:noFill/>
        </p:spPr>
        <p:txBody>
          <a:bodyPr wrap="square" rtlCol="0">
            <a:spAutoFit/>
          </a:bodyPr>
          <a:lstStyle/>
          <a:p>
            <a:pPr marL="285750" indent="-285750">
              <a:buFont typeface="Arial" panose="020B0604020202020204" pitchFamily="34" charset="0"/>
              <a:buChar char="•"/>
            </a:pPr>
            <a:r>
              <a:rPr lang="en-US" dirty="0"/>
              <a:t>Goal is to establish direct connections with A-Class MILLS across the globe and provide supply and service to our clients.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Products will be certified by approved Third-Party inspectors.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Entire delivery process will be supervised by the team.</a:t>
            </a:r>
          </a:p>
          <a:p>
            <a:endParaRPr lang="en-US" dirty="0"/>
          </a:p>
          <a:p>
            <a:endParaRPr lang="en-US" dirty="0"/>
          </a:p>
        </p:txBody>
      </p:sp>
    </p:spTree>
    <p:extLst>
      <p:ext uri="{BB962C8B-B14F-4D97-AF65-F5344CB8AC3E}">
        <p14:creationId xmlns:p14="http://schemas.microsoft.com/office/powerpoint/2010/main" val="2882754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Diagram 3">
            <a:extLst>
              <a:ext uri="{FF2B5EF4-FFF2-40B4-BE49-F238E27FC236}">
                <a16:creationId xmlns:a16="http://schemas.microsoft.com/office/drawing/2014/main" id="{02F74772-B887-42C1-97D5-FBEE737C9751}"/>
              </a:ext>
            </a:extLst>
          </p:cNvPr>
          <p:cNvGraphicFramePr/>
          <p:nvPr>
            <p:extLst>
              <p:ext uri="{D42A27DB-BD31-4B8C-83A1-F6EECF244321}">
                <p14:modId xmlns:p14="http://schemas.microsoft.com/office/powerpoint/2010/main" val="2964700619"/>
              </p:ext>
            </p:extLst>
          </p:nvPr>
        </p:nvGraphicFramePr>
        <p:xfrm>
          <a:off x="281872" y="428771"/>
          <a:ext cx="8557329" cy="6274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C1A795E9-5A83-4737-8BC6-EF1DB3183D40}"/>
              </a:ext>
            </a:extLst>
          </p:cNvPr>
          <p:cNvPicPr>
            <a:picLocks noChangeAspect="1"/>
          </p:cNvPicPr>
          <p:nvPr/>
        </p:nvPicPr>
        <p:blipFill rotWithShape="1">
          <a:blip r:embed="rId7">
            <a:extLst>
              <a:ext uri="{28A0092B-C50C-407E-A947-70E740481C1C}">
                <a14:useLocalDpi xmlns:a14="http://schemas.microsoft.com/office/drawing/2010/main" val="0"/>
              </a:ext>
            </a:extLst>
          </a:blip>
          <a:srcRect r="10079" b="2"/>
          <a:stretch/>
        </p:blipFill>
        <p:spPr>
          <a:xfrm>
            <a:off x="9121073" y="2602747"/>
            <a:ext cx="2438401" cy="2701284"/>
          </a:xfrm>
          <a:prstGeom prst="rect">
            <a:avLst/>
          </a:prstGeom>
        </p:spPr>
      </p:pic>
      <p:sp>
        <p:nvSpPr>
          <p:cNvPr id="11" name="Rectangle 10">
            <a:extLst>
              <a:ext uri="{FF2B5EF4-FFF2-40B4-BE49-F238E27FC236}">
                <a16:creationId xmlns:a16="http://schemas.microsoft.com/office/drawing/2014/main" id="{C86A7973-1E25-4124-A681-8E77D2828EAD}"/>
              </a:ext>
            </a:extLst>
          </p:cNvPr>
          <p:cNvSpPr/>
          <p:nvPr/>
        </p:nvSpPr>
        <p:spPr>
          <a:xfrm>
            <a:off x="426857" y="551414"/>
            <a:ext cx="4049507" cy="461665"/>
          </a:xfrm>
          <a:prstGeom prst="rect">
            <a:avLst/>
          </a:prstGeom>
        </p:spPr>
        <p:txBody>
          <a:bodyPr wrap="none">
            <a:spAutoFit/>
          </a:bodyPr>
          <a:lstStyle/>
          <a:p>
            <a:r>
              <a:rPr lang="en-US" sz="2400" b="1" u="sng" dirty="0">
                <a:latin typeface="Times New Roman"/>
                <a:cs typeface="Times New Roman"/>
              </a:rPr>
              <a:t>Chemical Blending Roadmap</a:t>
            </a:r>
          </a:p>
        </p:txBody>
      </p:sp>
    </p:spTree>
    <p:extLst>
      <p:ext uri="{BB962C8B-B14F-4D97-AF65-F5344CB8AC3E}">
        <p14:creationId xmlns:p14="http://schemas.microsoft.com/office/powerpoint/2010/main" val="2553621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86A7973-1E25-4124-A681-8E77D2828EAD}"/>
              </a:ext>
            </a:extLst>
          </p:cNvPr>
          <p:cNvSpPr/>
          <p:nvPr/>
        </p:nvSpPr>
        <p:spPr>
          <a:xfrm>
            <a:off x="418198" y="551414"/>
            <a:ext cx="1705916" cy="461665"/>
          </a:xfrm>
          <a:prstGeom prst="rect">
            <a:avLst/>
          </a:prstGeom>
        </p:spPr>
        <p:txBody>
          <a:bodyPr wrap="none">
            <a:spAutoFit/>
          </a:bodyPr>
          <a:lstStyle/>
          <a:p>
            <a:r>
              <a:rPr lang="en-US" sz="2400" b="1" u="sng" dirty="0">
                <a:latin typeface="Times New Roman"/>
                <a:cs typeface="Times New Roman"/>
              </a:rPr>
              <a:t>Laboratory</a:t>
            </a:r>
          </a:p>
        </p:txBody>
      </p:sp>
      <p:sp>
        <p:nvSpPr>
          <p:cNvPr id="2" name="TextBox 1">
            <a:extLst>
              <a:ext uri="{FF2B5EF4-FFF2-40B4-BE49-F238E27FC236}">
                <a16:creationId xmlns:a16="http://schemas.microsoft.com/office/drawing/2014/main" id="{E918D0D3-1019-4143-B33B-E09686EDF1EF}"/>
              </a:ext>
            </a:extLst>
          </p:cNvPr>
          <p:cNvSpPr txBox="1"/>
          <p:nvPr/>
        </p:nvSpPr>
        <p:spPr>
          <a:xfrm>
            <a:off x="506436" y="1283394"/>
            <a:ext cx="10715625" cy="3016210"/>
          </a:xfrm>
          <a:prstGeom prst="rect">
            <a:avLst/>
          </a:prstGeom>
          <a:noFill/>
        </p:spPr>
        <p:txBody>
          <a:bodyPr wrap="square" rtlCol="0" anchor="t">
            <a:spAutoFit/>
          </a:bodyPr>
          <a:lstStyle/>
          <a:p>
            <a:pPr marL="342900" indent="-342900">
              <a:buFont typeface="Arial" panose="020B0604020202020204" pitchFamily="34" charset="0"/>
              <a:buChar char="•"/>
            </a:pPr>
            <a:r>
              <a:rPr lang="en-US" sz="1600" dirty="0">
                <a:latin typeface="Calibri"/>
                <a:cs typeface="Times New Roman"/>
              </a:rPr>
              <a:t>Full Range Laboratory can be set up which will take care of the Production Chemicals as well as Quality testing like Barite, Bentonite, Calcium Carbonate, Liquid Blending, Solid Blending and all related mud additive used in Water Base Mud, Oil Base Mud, etc.</a:t>
            </a:r>
          </a:p>
          <a:p>
            <a:pPr marL="342900" indent="-342900">
              <a:buFont typeface="Arial" panose="020B0604020202020204" pitchFamily="34" charset="0"/>
              <a:buChar char="•"/>
            </a:pPr>
            <a:endParaRPr lang="en-US" sz="1600" dirty="0">
              <a:latin typeface="Calibri"/>
              <a:cs typeface="Times New Roman" panose="02020603050405020304" pitchFamily="18" charset="0"/>
            </a:endParaRPr>
          </a:p>
          <a:p>
            <a:pPr marL="342900" indent="-342900">
              <a:buFont typeface="Arial" panose="020B0604020202020204" pitchFamily="34" charset="0"/>
              <a:buChar char="•"/>
            </a:pPr>
            <a:r>
              <a:rPr lang="en-US" sz="1600" dirty="0">
                <a:latin typeface="Calibri"/>
                <a:cs typeface="Times New Roman"/>
              </a:rPr>
              <a:t>Lab will be built to do Quality Test, Customization of Products specifically for </a:t>
            </a:r>
            <a:r>
              <a:rPr lang="en-US" sz="1600" dirty="0" err="1">
                <a:latin typeface="Calibri"/>
                <a:cs typeface="Times New Roman"/>
              </a:rPr>
              <a:t>Demulsifiers</a:t>
            </a:r>
            <a:r>
              <a:rPr lang="en-US" sz="1600" dirty="0">
                <a:latin typeface="Calibri"/>
                <a:cs typeface="Times New Roman"/>
              </a:rPr>
              <a:t> and Future product development.</a:t>
            </a:r>
          </a:p>
          <a:p>
            <a:pPr marL="342900" indent="-342900">
              <a:buFont typeface="Arial" panose="020B0604020202020204" pitchFamily="34" charset="0"/>
              <a:buChar char="•"/>
            </a:pPr>
            <a:endParaRPr lang="en-US" sz="1600" dirty="0">
              <a:latin typeface="Calibri"/>
              <a:cs typeface="Times New Roman" panose="02020603050405020304" pitchFamily="18" charset="0"/>
            </a:endParaRPr>
          </a:p>
          <a:p>
            <a:pPr marL="342900" indent="-342900">
              <a:buFont typeface="Arial" panose="020B0604020202020204" pitchFamily="34" charset="0"/>
              <a:buChar char="•"/>
            </a:pPr>
            <a:r>
              <a:rPr lang="en-US" sz="1600" dirty="0">
                <a:latin typeface="Calibri"/>
                <a:cs typeface="Times New Roman"/>
              </a:rPr>
              <a:t>Size 400-500 sqft</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DB782693-C91A-4292-8321-12CAB75C780B}"/>
              </a:ext>
            </a:extLst>
          </p:cNvPr>
          <p:cNvPicPr>
            <a:picLocks noChangeAspect="1"/>
          </p:cNvPicPr>
          <p:nvPr/>
        </p:nvPicPr>
        <p:blipFill>
          <a:blip r:embed="rId2"/>
          <a:stretch>
            <a:fillRect/>
          </a:stretch>
        </p:blipFill>
        <p:spPr>
          <a:xfrm>
            <a:off x="918496" y="3446171"/>
            <a:ext cx="4866586" cy="2928171"/>
          </a:xfrm>
          <a:prstGeom prst="rect">
            <a:avLst/>
          </a:prstGeom>
        </p:spPr>
      </p:pic>
      <p:pic>
        <p:nvPicPr>
          <p:cNvPr id="6" name="Picture 5">
            <a:extLst>
              <a:ext uri="{FF2B5EF4-FFF2-40B4-BE49-F238E27FC236}">
                <a16:creationId xmlns:a16="http://schemas.microsoft.com/office/drawing/2014/main" id="{92C91CF3-B40F-49B4-8851-0DE5797B6672}"/>
              </a:ext>
            </a:extLst>
          </p:cNvPr>
          <p:cNvPicPr>
            <a:picLocks noChangeAspect="1"/>
          </p:cNvPicPr>
          <p:nvPr/>
        </p:nvPicPr>
        <p:blipFill>
          <a:blip r:embed="rId3"/>
          <a:stretch>
            <a:fillRect/>
          </a:stretch>
        </p:blipFill>
        <p:spPr>
          <a:xfrm>
            <a:off x="6364187" y="2968842"/>
            <a:ext cx="5207423" cy="3388958"/>
          </a:xfrm>
          <a:prstGeom prst="rect">
            <a:avLst/>
          </a:prstGeom>
        </p:spPr>
      </p:pic>
    </p:spTree>
    <p:extLst>
      <p:ext uri="{BB962C8B-B14F-4D97-AF65-F5344CB8AC3E}">
        <p14:creationId xmlns:p14="http://schemas.microsoft.com/office/powerpoint/2010/main" val="3394428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E918D0D3-1019-4143-B33B-E09686EDF1EF}"/>
              </a:ext>
            </a:extLst>
          </p:cNvPr>
          <p:cNvSpPr txBox="1"/>
          <p:nvPr/>
        </p:nvSpPr>
        <p:spPr>
          <a:xfrm>
            <a:off x="920953" y="1074881"/>
            <a:ext cx="10715625" cy="1908215"/>
          </a:xfrm>
          <a:prstGeom prst="rect">
            <a:avLst/>
          </a:prstGeom>
          <a:noFill/>
        </p:spPr>
        <p:txBody>
          <a:bodyPr wrap="square" rtlCol="0" anchor="t">
            <a:spAutoFit/>
          </a:bodyPr>
          <a:lstStyle/>
          <a:p>
            <a:pPr marL="342900" indent="-342900">
              <a:buFont typeface="Arial" panose="020B0604020202020204" pitchFamily="34" charset="0"/>
              <a:buChar char="•"/>
            </a:pPr>
            <a:r>
              <a:rPr lang="en-US" sz="2000" dirty="0">
                <a:latin typeface="Calibri"/>
                <a:cs typeface="Times New Roman"/>
              </a:rPr>
              <a:t>Investment requirement for a Medium Size Fit for Purpose Blending Facility is $1-$2Million.</a:t>
            </a:r>
          </a:p>
          <a:p>
            <a:pPr marL="342900" indent="-342900">
              <a:buFont typeface="Arial" panose="020B0604020202020204" pitchFamily="34" charset="0"/>
              <a:buChar char="•"/>
            </a:pPr>
            <a:endParaRPr lang="en-US" sz="2000" dirty="0">
              <a:latin typeface="Calibri"/>
              <a:cs typeface="Times New Roman" panose="02020603050405020304" pitchFamily="18" charset="0"/>
            </a:endParaRPr>
          </a:p>
          <a:p>
            <a:pPr marL="342900" indent="-342900">
              <a:buFont typeface="Arial" panose="020B0604020202020204" pitchFamily="34" charset="0"/>
              <a:buChar char="•"/>
            </a:pPr>
            <a:r>
              <a:rPr lang="en-US" sz="2000" dirty="0">
                <a:latin typeface="Calibri"/>
                <a:cs typeface="Times New Roman"/>
              </a:rPr>
              <a:t>Detailed Feasibility Study will be shared with Potential Share Holders.</a:t>
            </a:r>
          </a:p>
          <a:p>
            <a:pPr marL="342900" indent="-342900">
              <a:buFont typeface="Arial" panose="020B0604020202020204" pitchFamily="34" charset="0"/>
              <a:buChar char="•"/>
            </a:pPr>
            <a:endParaRPr lang="en-US" sz="2000" dirty="0">
              <a:latin typeface="Calibri"/>
              <a:cs typeface="Times New Roman" panose="02020603050405020304" pitchFamily="18" charset="0"/>
            </a:endParaRPr>
          </a:p>
          <a:p>
            <a:endParaRPr lang="en-US" sz="2000" dirty="0">
              <a:latin typeface="Calibri"/>
              <a:cs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AD5429CC-5A43-439F-8BA2-958BFC0233B5}"/>
              </a:ext>
            </a:extLst>
          </p:cNvPr>
          <p:cNvPicPr>
            <a:picLocks noChangeAspect="1"/>
          </p:cNvPicPr>
          <p:nvPr/>
        </p:nvPicPr>
        <p:blipFill>
          <a:blip r:embed="rId2"/>
          <a:stretch>
            <a:fillRect/>
          </a:stretch>
        </p:blipFill>
        <p:spPr>
          <a:xfrm>
            <a:off x="2901735" y="2558815"/>
            <a:ext cx="6007700" cy="3668693"/>
          </a:xfrm>
          <a:prstGeom prst="rect">
            <a:avLst/>
          </a:prstGeom>
        </p:spPr>
      </p:pic>
    </p:spTree>
    <p:extLst>
      <p:ext uri="{BB962C8B-B14F-4D97-AF65-F5344CB8AC3E}">
        <p14:creationId xmlns:p14="http://schemas.microsoft.com/office/powerpoint/2010/main" val="1069171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8" name="Table 7">
            <a:extLst>
              <a:ext uri="{FF2B5EF4-FFF2-40B4-BE49-F238E27FC236}">
                <a16:creationId xmlns:a16="http://schemas.microsoft.com/office/drawing/2014/main" id="{DD942C4D-76CA-4425-9F47-6B0A06AE3C7E}"/>
              </a:ext>
            </a:extLst>
          </p:cNvPr>
          <p:cNvGraphicFramePr>
            <a:graphicFrameLocks noGrp="1"/>
          </p:cNvGraphicFramePr>
          <p:nvPr>
            <p:extLst>
              <p:ext uri="{D42A27DB-BD31-4B8C-83A1-F6EECF244321}">
                <p14:modId xmlns:p14="http://schemas.microsoft.com/office/powerpoint/2010/main" val="2597513618"/>
              </p:ext>
            </p:extLst>
          </p:nvPr>
        </p:nvGraphicFramePr>
        <p:xfrm>
          <a:off x="506436" y="747767"/>
          <a:ext cx="6317697" cy="5590416"/>
        </p:xfrm>
        <a:graphic>
          <a:graphicData uri="http://schemas.openxmlformats.org/drawingml/2006/table">
            <a:tbl>
              <a:tblPr/>
              <a:tblGrid>
                <a:gridCol w="6317697">
                  <a:extLst>
                    <a:ext uri="{9D8B030D-6E8A-4147-A177-3AD203B41FA5}">
                      <a16:colId xmlns:a16="http://schemas.microsoft.com/office/drawing/2014/main" val="20000"/>
                    </a:ext>
                  </a:extLst>
                </a:gridCol>
              </a:tblGrid>
              <a:tr h="465868">
                <a:tc>
                  <a:txBody>
                    <a:bodyPr/>
                    <a:lstStyle/>
                    <a:p>
                      <a:pPr algn="l" fontAlgn="b"/>
                      <a:r>
                        <a:rPr lang="en-US" sz="2000" b="1" i="0" u="sng" strike="noStrike" dirty="0">
                          <a:solidFill>
                            <a:srgbClr val="000000"/>
                          </a:solidFill>
                          <a:latin typeface="Times New Roman"/>
                        </a:rPr>
                        <a:t>Chemicals which requires only blending – Phase 1</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465868">
                <a:tc>
                  <a:txBody>
                    <a:bodyPr/>
                    <a:lstStyle/>
                    <a:p>
                      <a:pPr algn="l" fontAlgn="b"/>
                      <a:r>
                        <a:rPr lang="en-US" sz="2000" b="0" i="0" u="none" strike="noStrike" dirty="0">
                          <a:solidFill>
                            <a:srgbClr val="000000"/>
                          </a:solidFill>
                          <a:latin typeface="Times New Roman"/>
                        </a:rPr>
                        <a:t>Temperature</a:t>
                      </a:r>
                      <a:r>
                        <a:rPr lang="en-US" sz="2000" b="0" i="0" u="none" strike="noStrike" baseline="0" dirty="0">
                          <a:solidFill>
                            <a:srgbClr val="000000"/>
                          </a:solidFill>
                          <a:latin typeface="Times New Roman"/>
                        </a:rPr>
                        <a:t> Stabilizer</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465868">
                <a:tc>
                  <a:txBody>
                    <a:bodyPr/>
                    <a:lstStyle/>
                    <a:p>
                      <a:pPr algn="l" fontAlgn="b"/>
                      <a:r>
                        <a:rPr lang="en-US" sz="2000" b="0" i="0" u="none" strike="noStrike" dirty="0">
                          <a:solidFill>
                            <a:srgbClr val="000000"/>
                          </a:solidFill>
                          <a:latin typeface="Times New Roman"/>
                        </a:rPr>
                        <a:t>ROP ENHANCER</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465868">
                <a:tc>
                  <a:txBody>
                    <a:bodyPr/>
                    <a:lstStyle/>
                    <a:p>
                      <a:pPr algn="l" fontAlgn="b"/>
                      <a:r>
                        <a:rPr lang="en-US" sz="2000" b="0" i="0" u="none" strike="noStrike" dirty="0">
                          <a:solidFill>
                            <a:srgbClr val="000000"/>
                          </a:solidFill>
                          <a:latin typeface="Times New Roman"/>
                        </a:rPr>
                        <a:t>CLOUD</a:t>
                      </a:r>
                      <a:r>
                        <a:rPr lang="en-US" sz="2000" b="0" i="0" u="none" strike="noStrike" baseline="0" dirty="0">
                          <a:solidFill>
                            <a:srgbClr val="000000"/>
                          </a:solidFill>
                          <a:latin typeface="Times New Roman"/>
                        </a:rPr>
                        <a:t> POINT </a:t>
                      </a:r>
                      <a:r>
                        <a:rPr lang="en-US" sz="2000" b="0" i="0" u="none" strike="noStrike" dirty="0">
                          <a:solidFill>
                            <a:srgbClr val="000000"/>
                          </a:solidFill>
                          <a:latin typeface="Times New Roman"/>
                        </a:rPr>
                        <a:t>GLYCOL</a:t>
                      </a:r>
                      <a:r>
                        <a:rPr lang="en-US" sz="2000" b="0" i="0" u="none" strike="noStrike" baseline="0" dirty="0">
                          <a:solidFill>
                            <a:srgbClr val="000000"/>
                          </a:solidFill>
                          <a:latin typeface="Times New Roman"/>
                        </a:rPr>
                        <a:t> – MEDIUM, HIGH, LOW.</a:t>
                      </a:r>
                      <a:endParaRPr lang="en-US"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465868">
                <a:tc>
                  <a:txBody>
                    <a:bodyPr/>
                    <a:lstStyle/>
                    <a:p>
                      <a:pPr algn="l" fontAlgn="b"/>
                      <a:r>
                        <a:rPr lang="en-US" sz="2000" b="0" i="0" u="none" strike="noStrike" dirty="0">
                          <a:solidFill>
                            <a:srgbClr val="000000"/>
                          </a:solidFill>
                          <a:latin typeface="Times New Roman"/>
                        </a:rPr>
                        <a:t>Drilling Detergent</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465868">
                <a:tc>
                  <a:txBody>
                    <a:bodyPr/>
                    <a:lstStyle/>
                    <a:p>
                      <a:pPr algn="l" fontAlgn="b"/>
                      <a:r>
                        <a:rPr lang="en-US" sz="2000" b="0" i="0" u="none" strike="noStrike" dirty="0">
                          <a:solidFill>
                            <a:srgbClr val="000000"/>
                          </a:solidFill>
                          <a:latin typeface="Times New Roman"/>
                        </a:rPr>
                        <a:t>Liquid</a:t>
                      </a:r>
                      <a:r>
                        <a:rPr lang="en-US" sz="2000" b="0" i="0" u="none" strike="noStrike" baseline="0" dirty="0">
                          <a:solidFill>
                            <a:srgbClr val="000000"/>
                          </a:solidFill>
                          <a:latin typeface="Times New Roman"/>
                        </a:rPr>
                        <a:t> PAC, Xanthan Gum, HEC</a:t>
                      </a:r>
                      <a:endParaRPr lang="en-US"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465868">
                <a:tc>
                  <a:txBody>
                    <a:bodyPr/>
                    <a:lstStyle/>
                    <a:p>
                      <a:pPr algn="l" fontAlgn="b"/>
                      <a:r>
                        <a:rPr lang="pt-BR" sz="2000" b="0" i="0" u="none" strike="noStrike" dirty="0">
                          <a:solidFill>
                            <a:srgbClr val="000000"/>
                          </a:solidFill>
                          <a:latin typeface="Times New Roman"/>
                        </a:rPr>
                        <a:t>Rig</a:t>
                      </a:r>
                      <a:r>
                        <a:rPr lang="pt-BR" sz="2000" b="0" i="0" u="none" strike="noStrike" baseline="0" dirty="0">
                          <a:solidFill>
                            <a:srgbClr val="000000"/>
                          </a:solidFill>
                          <a:latin typeface="Times New Roman"/>
                        </a:rPr>
                        <a:t> Wash</a:t>
                      </a:r>
                      <a:endParaRPr lang="pt-BR"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465868">
                <a:tc>
                  <a:txBody>
                    <a:bodyPr/>
                    <a:lstStyle/>
                    <a:p>
                      <a:pPr algn="l" fontAlgn="b"/>
                      <a:r>
                        <a:rPr lang="da-DK" sz="2000" b="0" i="0" u="none" strike="noStrike" dirty="0">
                          <a:solidFill>
                            <a:srgbClr val="000000"/>
                          </a:solidFill>
                          <a:latin typeface="Times New Roman"/>
                        </a:rPr>
                        <a:t>HT</a:t>
                      </a:r>
                      <a:r>
                        <a:rPr lang="da-DK" sz="2000" b="0" i="0" u="none" strike="noStrike" baseline="0" dirty="0">
                          <a:solidFill>
                            <a:srgbClr val="000000"/>
                          </a:solidFill>
                          <a:latin typeface="Times New Roman"/>
                        </a:rPr>
                        <a:t> Thinner</a:t>
                      </a:r>
                      <a:endParaRPr lang="da-DK"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465868">
                <a:tc>
                  <a:txBody>
                    <a:bodyPr/>
                    <a:lstStyle/>
                    <a:p>
                      <a:pPr algn="l" fontAlgn="b"/>
                      <a:r>
                        <a:rPr lang="en-US" sz="2000" b="0" i="0" u="none" strike="noStrike" dirty="0">
                          <a:solidFill>
                            <a:srgbClr val="000000"/>
                          </a:solidFill>
                          <a:latin typeface="Times New Roman"/>
                        </a:rPr>
                        <a:t>Silicate</a:t>
                      </a:r>
                      <a:r>
                        <a:rPr lang="en-US" sz="2000" b="0" i="0" u="none" strike="noStrike" baseline="0" dirty="0">
                          <a:solidFill>
                            <a:srgbClr val="000000"/>
                          </a:solidFill>
                          <a:latin typeface="Times New Roman"/>
                        </a:rPr>
                        <a:t> Lubricant</a:t>
                      </a:r>
                      <a:endParaRPr lang="en-US"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465868">
                <a:tc>
                  <a:txBody>
                    <a:bodyPr/>
                    <a:lstStyle/>
                    <a:p>
                      <a:pPr algn="l" fontAlgn="b"/>
                      <a:r>
                        <a:rPr lang="en-US" sz="2000" b="0" i="0" u="none" strike="noStrike" dirty="0">
                          <a:solidFill>
                            <a:srgbClr val="000000"/>
                          </a:solidFill>
                          <a:latin typeface="Times New Roman"/>
                        </a:rPr>
                        <a:t>CMS </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0"/>
                  </a:ext>
                </a:extLst>
              </a:tr>
              <a:tr h="465868">
                <a:tc>
                  <a:txBody>
                    <a:bodyPr/>
                    <a:lstStyle/>
                    <a:p>
                      <a:pPr algn="l" fontAlgn="b"/>
                      <a:r>
                        <a:rPr lang="en-US" sz="2000" b="0" i="0" u="none" strike="noStrike" dirty="0">
                          <a:solidFill>
                            <a:srgbClr val="000000"/>
                          </a:solidFill>
                          <a:latin typeface="Times New Roman"/>
                        </a:rPr>
                        <a:t>Liquid PHPA</a:t>
                      </a: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1"/>
                  </a:ext>
                </a:extLst>
              </a:tr>
              <a:tr h="465868">
                <a:tc>
                  <a:txBody>
                    <a:bodyPr/>
                    <a:lstStyle/>
                    <a:p>
                      <a:pPr algn="l" fontAlgn="b"/>
                      <a:r>
                        <a:rPr lang="en-US" sz="2000" b="0" i="0" u="none" strike="noStrike" dirty="0" err="1">
                          <a:solidFill>
                            <a:srgbClr val="000000"/>
                          </a:solidFill>
                          <a:latin typeface="Times New Roman"/>
                        </a:rPr>
                        <a:t>Demulsifier</a:t>
                      </a:r>
                      <a:endParaRPr lang="en-US" sz="2000" b="0" i="0" u="none" strike="noStrike" dirty="0">
                        <a:solidFill>
                          <a:srgbClr val="000000"/>
                        </a:solidFill>
                        <a:latin typeface="Times New Roman"/>
                      </a:endParaRPr>
                    </a:p>
                  </a:txBody>
                  <a:tcPr marL="8562" marR="8562" marT="856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
        <p:nvSpPr>
          <p:cNvPr id="3" name="TextBox 2">
            <a:extLst>
              <a:ext uri="{FF2B5EF4-FFF2-40B4-BE49-F238E27FC236}">
                <a16:creationId xmlns:a16="http://schemas.microsoft.com/office/drawing/2014/main" id="{3D471892-20E6-49A6-98AE-4E8E6FC0442F}"/>
              </a:ext>
            </a:extLst>
          </p:cNvPr>
          <p:cNvSpPr txBox="1"/>
          <p:nvPr/>
        </p:nvSpPr>
        <p:spPr>
          <a:xfrm>
            <a:off x="7247466" y="1600200"/>
            <a:ext cx="4512733" cy="2339102"/>
          </a:xfrm>
          <a:prstGeom prst="rect">
            <a:avLst/>
          </a:prstGeom>
          <a:noFill/>
        </p:spPr>
        <p:txBody>
          <a:bodyPr wrap="square" rtlCol="0">
            <a:spAutoFit/>
          </a:bodyPr>
          <a:lstStyle/>
          <a:p>
            <a:r>
              <a:rPr lang="en-US" sz="3200" b="1" dirty="0"/>
              <a:t>Estimated Investment at Phase 1 - $1Million which includes the blending plant and Office building</a:t>
            </a:r>
          </a:p>
          <a:p>
            <a:endParaRPr lang="en-US" dirty="0"/>
          </a:p>
        </p:txBody>
      </p:sp>
    </p:spTree>
    <p:extLst>
      <p:ext uri="{BB962C8B-B14F-4D97-AF65-F5344CB8AC3E}">
        <p14:creationId xmlns:p14="http://schemas.microsoft.com/office/powerpoint/2010/main" val="101910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27ADAAC-263B-4EBE-AD48-21D54C3A606A}"/>
              </a:ext>
            </a:extLst>
          </p:cNvPr>
          <p:cNvSpPr/>
          <p:nvPr/>
        </p:nvSpPr>
        <p:spPr>
          <a:xfrm>
            <a:off x="917511" y="37684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27ADAAC-263B-4EBE-AD48-21D54C3A606A}"/>
              </a:ext>
            </a:extLst>
          </p:cNvPr>
          <p:cNvSpPr/>
          <p:nvPr/>
        </p:nvSpPr>
        <p:spPr>
          <a:xfrm>
            <a:off x="1323790" y="376889"/>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 name="Table 2">
            <a:extLst>
              <a:ext uri="{FF2B5EF4-FFF2-40B4-BE49-F238E27FC236}">
                <a16:creationId xmlns:a16="http://schemas.microsoft.com/office/drawing/2014/main" id="{BA8FE5D6-5C95-46A5-8C66-ADE805E7FE15}"/>
              </a:ext>
            </a:extLst>
          </p:cNvPr>
          <p:cNvGraphicFramePr>
            <a:graphicFrameLocks noGrp="1"/>
          </p:cNvGraphicFramePr>
          <p:nvPr>
            <p:extLst>
              <p:ext uri="{D42A27DB-BD31-4B8C-83A1-F6EECF244321}">
                <p14:modId xmlns:p14="http://schemas.microsoft.com/office/powerpoint/2010/main" val="3535619580"/>
              </p:ext>
            </p:extLst>
          </p:nvPr>
        </p:nvGraphicFramePr>
        <p:xfrm>
          <a:off x="1227000" y="919692"/>
          <a:ext cx="9314000" cy="4275910"/>
        </p:xfrm>
        <a:graphic>
          <a:graphicData uri="http://schemas.openxmlformats.org/drawingml/2006/table">
            <a:tbl>
              <a:tblPr/>
              <a:tblGrid>
                <a:gridCol w="5836346">
                  <a:extLst>
                    <a:ext uri="{9D8B030D-6E8A-4147-A177-3AD203B41FA5}">
                      <a16:colId xmlns:a16="http://schemas.microsoft.com/office/drawing/2014/main" val="2749699213"/>
                    </a:ext>
                  </a:extLst>
                </a:gridCol>
                <a:gridCol w="3477654">
                  <a:extLst>
                    <a:ext uri="{9D8B030D-6E8A-4147-A177-3AD203B41FA5}">
                      <a16:colId xmlns:a16="http://schemas.microsoft.com/office/drawing/2014/main" val="1682565973"/>
                    </a:ext>
                  </a:extLst>
                </a:gridCol>
              </a:tblGrid>
              <a:tr h="855182">
                <a:tc gridSpan="2">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3600" b="1" i="0" u="none" strike="noStrike" dirty="0">
                          <a:solidFill>
                            <a:srgbClr val="000000"/>
                          </a:solidFill>
                          <a:effectLst/>
                          <a:latin typeface="Calibri" panose="020F0502020204030204" pitchFamily="34" charset="0"/>
                        </a:rPr>
                        <a:t>LIQUID PLANT – Phase 2 (with Reactors)</a:t>
                      </a:r>
                    </a:p>
                  </a:txBody>
                  <a:tcPr marL="7315" marR="7315" marT="731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a:p>
                  </a:txBody>
                  <a:tcPr/>
                </a:tc>
                <a:extLst>
                  <a:ext uri="{0D108BD9-81ED-4DB2-BD59-A6C34878D82A}">
                    <a16:rowId xmlns:a16="http://schemas.microsoft.com/office/drawing/2014/main" val="702564919"/>
                  </a:ext>
                </a:extLst>
              </a:tr>
              <a:tr h="85518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IN" sz="2400" b="0" i="0" u="none" strike="noStrike" dirty="0">
                          <a:solidFill>
                            <a:srgbClr val="000000"/>
                          </a:solidFill>
                          <a:effectLst/>
                          <a:latin typeface="Calibri" panose="020F0502020204030204" pitchFamily="34" charset="0"/>
                        </a:rPr>
                        <a:t>Production</a:t>
                      </a:r>
                      <a:r>
                        <a:rPr lang="en-IN" sz="2400" b="0" i="0" u="none" strike="noStrike" baseline="0" dirty="0">
                          <a:solidFill>
                            <a:srgbClr val="000000"/>
                          </a:solidFill>
                          <a:effectLst/>
                          <a:latin typeface="Calibri" panose="020F0502020204030204" pitchFamily="34" charset="0"/>
                        </a:rPr>
                        <a:t> Unit</a:t>
                      </a:r>
                      <a:endParaRPr lang="en-IN" sz="2400" b="0" i="0" u="none" strike="noStrike" dirty="0">
                        <a:solidFill>
                          <a:srgbClr val="000000"/>
                        </a:solidFill>
                        <a:effectLst/>
                        <a:latin typeface="Calibri" panose="020F0502020204030204" pitchFamily="34" charset="0"/>
                      </a:endParaRP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0" i="0" u="none" strike="noStrike" dirty="0">
                          <a:solidFill>
                            <a:srgbClr val="000000"/>
                          </a:solidFill>
                          <a:effectLst/>
                          <a:latin typeface="Calibri" panose="020F0502020204030204" pitchFamily="34" charset="0"/>
                        </a:rPr>
                        <a:t>USD 1.2 MILLION</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646462"/>
                  </a:ext>
                </a:extLst>
              </a:tr>
              <a:tr h="85518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IN" sz="2400" b="0" i="0" u="none" strike="noStrike" dirty="0">
                          <a:solidFill>
                            <a:srgbClr val="000000"/>
                          </a:solidFill>
                          <a:effectLst/>
                          <a:latin typeface="Calibri" panose="020F0502020204030204" pitchFamily="34" charset="0"/>
                        </a:rPr>
                        <a:t>R&amp;D LAB</a:t>
                      </a: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0" i="0" u="none" strike="noStrike" dirty="0">
                          <a:solidFill>
                            <a:srgbClr val="000000"/>
                          </a:solidFill>
                          <a:effectLst/>
                          <a:latin typeface="Calibri" panose="020F0502020204030204" pitchFamily="34" charset="0"/>
                        </a:rPr>
                        <a:t>USD 200,000</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2461665"/>
                  </a:ext>
                </a:extLst>
              </a:tr>
              <a:tr h="85518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IN" sz="2400" b="0" i="0" u="none" strike="noStrike" dirty="0">
                          <a:solidFill>
                            <a:srgbClr val="000000"/>
                          </a:solidFill>
                          <a:effectLst/>
                          <a:latin typeface="Calibri" panose="020F0502020204030204" pitchFamily="34" charset="0"/>
                        </a:rPr>
                        <a:t>QA/QC &amp; MUD LAB</a:t>
                      </a: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0" i="0" u="none" strike="noStrike" dirty="0">
                          <a:solidFill>
                            <a:srgbClr val="000000"/>
                          </a:solidFill>
                          <a:effectLst/>
                          <a:latin typeface="Calibri" panose="020F0502020204030204" pitchFamily="34" charset="0"/>
                        </a:rPr>
                        <a:t>USD 200,000</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9705369"/>
                  </a:ext>
                </a:extLst>
              </a:tr>
              <a:tr h="855182">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l" fontAlgn="b"/>
                      <a:r>
                        <a:rPr lang="en-US" sz="2400" b="1" i="0" u="none" strike="noStrike" dirty="0">
                          <a:solidFill>
                            <a:srgbClr val="000000"/>
                          </a:solidFill>
                          <a:effectLst/>
                          <a:latin typeface="Calibri" panose="020F0502020204030204" pitchFamily="34" charset="0"/>
                        </a:rPr>
                        <a:t>TOTAL ESTIMATE (EXCLUDING LAND &amp; BUILDING)</a:t>
                      </a:r>
                    </a:p>
                  </a:txBody>
                  <a:tcPr marL="7315" marR="7315" marT="731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onstantia"/>
                        </a:defRPr>
                      </a:lvl1pPr>
                      <a:lvl2pPr marL="457200" algn="l" defTabSz="914400" rtl="0" eaLnBrk="1" latinLnBrk="0" hangingPunct="1">
                        <a:defRPr sz="1800" kern="1200">
                          <a:solidFill>
                            <a:schemeClr val="tx1"/>
                          </a:solidFill>
                          <a:latin typeface="Constantia"/>
                        </a:defRPr>
                      </a:lvl2pPr>
                      <a:lvl3pPr marL="914400" algn="l" defTabSz="914400" rtl="0" eaLnBrk="1" latinLnBrk="0" hangingPunct="1">
                        <a:defRPr sz="1800" kern="1200">
                          <a:solidFill>
                            <a:schemeClr val="tx1"/>
                          </a:solidFill>
                          <a:latin typeface="Constantia"/>
                        </a:defRPr>
                      </a:lvl3pPr>
                      <a:lvl4pPr marL="1371600" algn="l" defTabSz="914400" rtl="0" eaLnBrk="1" latinLnBrk="0" hangingPunct="1">
                        <a:defRPr sz="1800" kern="1200">
                          <a:solidFill>
                            <a:schemeClr val="tx1"/>
                          </a:solidFill>
                          <a:latin typeface="Constantia"/>
                        </a:defRPr>
                      </a:lvl4pPr>
                      <a:lvl5pPr marL="1828800" algn="l" defTabSz="914400" rtl="0" eaLnBrk="1" latinLnBrk="0" hangingPunct="1">
                        <a:defRPr sz="1800" kern="1200">
                          <a:solidFill>
                            <a:schemeClr val="tx1"/>
                          </a:solidFill>
                          <a:latin typeface="Constantia"/>
                        </a:defRPr>
                      </a:lvl5pPr>
                      <a:lvl6pPr marL="2286000" algn="l" defTabSz="914400" rtl="0" eaLnBrk="1" latinLnBrk="0" hangingPunct="1">
                        <a:defRPr sz="1800" kern="1200">
                          <a:solidFill>
                            <a:schemeClr val="tx1"/>
                          </a:solidFill>
                          <a:latin typeface="Constantia"/>
                        </a:defRPr>
                      </a:lvl6pPr>
                      <a:lvl7pPr marL="2743200" algn="l" defTabSz="914400" rtl="0" eaLnBrk="1" latinLnBrk="0" hangingPunct="1">
                        <a:defRPr sz="1800" kern="1200">
                          <a:solidFill>
                            <a:schemeClr val="tx1"/>
                          </a:solidFill>
                          <a:latin typeface="Constantia"/>
                        </a:defRPr>
                      </a:lvl7pPr>
                      <a:lvl8pPr marL="3200400" algn="l" defTabSz="914400" rtl="0" eaLnBrk="1" latinLnBrk="0" hangingPunct="1">
                        <a:defRPr sz="1800" kern="1200">
                          <a:solidFill>
                            <a:schemeClr val="tx1"/>
                          </a:solidFill>
                          <a:latin typeface="Constantia"/>
                        </a:defRPr>
                      </a:lvl8pPr>
                      <a:lvl9pPr marL="3657600" algn="l" defTabSz="914400" rtl="0" eaLnBrk="1" latinLnBrk="0" hangingPunct="1">
                        <a:defRPr sz="1800" kern="1200">
                          <a:solidFill>
                            <a:schemeClr val="tx1"/>
                          </a:solidFill>
                          <a:latin typeface="Constantia"/>
                        </a:defRPr>
                      </a:lvl9pPr>
                    </a:lstStyle>
                    <a:p>
                      <a:pPr algn="ctr" fontAlgn="b"/>
                      <a:r>
                        <a:rPr lang="en-IN" sz="2400" b="1" i="0" u="none" strike="noStrike" dirty="0">
                          <a:solidFill>
                            <a:srgbClr val="000000"/>
                          </a:solidFill>
                          <a:effectLst/>
                          <a:latin typeface="Calibri" panose="020F0502020204030204" pitchFamily="34" charset="0"/>
                        </a:rPr>
                        <a:t>USD 1.60 MILLION</a:t>
                      </a:r>
                    </a:p>
                  </a:txBody>
                  <a:tcPr marL="7315" marR="7315" marT="731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008707"/>
                  </a:ext>
                </a:extLst>
              </a:tr>
            </a:tbl>
          </a:graphicData>
        </a:graphic>
      </p:graphicFrame>
    </p:spTree>
    <p:extLst>
      <p:ext uri="{BB962C8B-B14F-4D97-AF65-F5344CB8AC3E}">
        <p14:creationId xmlns:p14="http://schemas.microsoft.com/office/powerpoint/2010/main" val="3979378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27ADAAC-263B-4EBE-AD48-21D54C3A606A}"/>
              </a:ext>
            </a:extLst>
          </p:cNvPr>
          <p:cNvSpPr/>
          <p:nvPr/>
        </p:nvSpPr>
        <p:spPr>
          <a:xfrm>
            <a:off x="920093"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27ADAAC-263B-4EBE-AD48-21D54C3A606A}"/>
              </a:ext>
            </a:extLst>
          </p:cNvPr>
          <p:cNvSpPr/>
          <p:nvPr/>
        </p:nvSpPr>
        <p:spPr>
          <a:xfrm>
            <a:off x="1331029"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FC15B688-AD0C-4B5E-9540-A736534AEF6A}"/>
              </a:ext>
            </a:extLst>
          </p:cNvPr>
          <p:cNvSpPr txBox="1"/>
          <p:nvPr/>
        </p:nvSpPr>
        <p:spPr>
          <a:xfrm>
            <a:off x="417185" y="428771"/>
            <a:ext cx="7137583" cy="461665"/>
          </a:xfrm>
          <a:prstGeom prst="rect">
            <a:avLst/>
          </a:prstGeom>
          <a:noFill/>
        </p:spPr>
        <p:txBody>
          <a:bodyPr wrap="square" rtlCol="0" anchor="t">
            <a:spAutoFit/>
          </a:bodyPr>
          <a:lstStyle/>
          <a:p>
            <a:r>
              <a:rPr lang="en-US" sz="2400" b="1" u="sng" dirty="0">
                <a:latin typeface="Times New Roman"/>
                <a:cs typeface="Times New Roman"/>
              </a:rPr>
              <a:t>Plant Requirements</a:t>
            </a:r>
          </a:p>
        </p:txBody>
      </p:sp>
      <p:graphicFrame>
        <p:nvGraphicFramePr>
          <p:cNvPr id="8" name="Table 7">
            <a:extLst>
              <a:ext uri="{FF2B5EF4-FFF2-40B4-BE49-F238E27FC236}">
                <a16:creationId xmlns:a16="http://schemas.microsoft.com/office/drawing/2014/main" id="{2025E470-0F6E-46A3-BC34-B258D18406C7}"/>
              </a:ext>
            </a:extLst>
          </p:cNvPr>
          <p:cNvGraphicFramePr>
            <a:graphicFrameLocks noGrp="1"/>
          </p:cNvGraphicFramePr>
          <p:nvPr>
            <p:extLst>
              <p:ext uri="{D42A27DB-BD31-4B8C-83A1-F6EECF244321}">
                <p14:modId xmlns:p14="http://schemas.microsoft.com/office/powerpoint/2010/main" val="27806746"/>
              </p:ext>
            </p:extLst>
          </p:nvPr>
        </p:nvGraphicFramePr>
        <p:xfrm>
          <a:off x="1331029" y="868558"/>
          <a:ext cx="10615439" cy="5586460"/>
        </p:xfrm>
        <a:graphic>
          <a:graphicData uri="http://schemas.openxmlformats.org/drawingml/2006/table">
            <a:tbl>
              <a:tblPr/>
              <a:tblGrid>
                <a:gridCol w="1244569">
                  <a:extLst>
                    <a:ext uri="{9D8B030D-6E8A-4147-A177-3AD203B41FA5}">
                      <a16:colId xmlns:a16="http://schemas.microsoft.com/office/drawing/2014/main" val="20000"/>
                    </a:ext>
                  </a:extLst>
                </a:gridCol>
                <a:gridCol w="3416464">
                  <a:extLst>
                    <a:ext uri="{9D8B030D-6E8A-4147-A177-3AD203B41FA5}">
                      <a16:colId xmlns:a16="http://schemas.microsoft.com/office/drawing/2014/main" val="20001"/>
                    </a:ext>
                  </a:extLst>
                </a:gridCol>
                <a:gridCol w="2537942">
                  <a:extLst>
                    <a:ext uri="{9D8B030D-6E8A-4147-A177-3AD203B41FA5}">
                      <a16:colId xmlns:a16="http://schemas.microsoft.com/office/drawing/2014/main" val="20002"/>
                    </a:ext>
                  </a:extLst>
                </a:gridCol>
                <a:gridCol w="3416464">
                  <a:extLst>
                    <a:ext uri="{9D8B030D-6E8A-4147-A177-3AD203B41FA5}">
                      <a16:colId xmlns:a16="http://schemas.microsoft.com/office/drawing/2014/main" val="20003"/>
                    </a:ext>
                  </a:extLst>
                </a:gridCol>
              </a:tblGrid>
              <a:tr h="271955">
                <a:tc>
                  <a:txBody>
                    <a:bodyPr/>
                    <a:lstStyle/>
                    <a:p>
                      <a:pPr algn="ctr" fontAlgn="b"/>
                      <a:r>
                        <a:rPr lang="en-IN" sz="1800" b="1" i="0" u="none" strike="noStrike" dirty="0">
                          <a:solidFill>
                            <a:srgbClr val="000000"/>
                          </a:solidFill>
                          <a:effectLst/>
                          <a:latin typeface="Calibri" panose="020F0502020204030204" pitchFamily="34" charset="0"/>
                        </a:rPr>
                        <a:t>Sl. No.</a:t>
                      </a:r>
                    </a:p>
                  </a:txBody>
                  <a:tcPr marL="5003" marR="5003" marT="50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IN" sz="1800" b="1" i="0" u="none" strike="noStrike">
                          <a:solidFill>
                            <a:srgbClr val="000000"/>
                          </a:solidFill>
                          <a:effectLst/>
                          <a:latin typeface="Calibri" panose="020F0502020204030204" pitchFamily="34" charset="0"/>
                        </a:rPr>
                        <a:t>Requirements</a:t>
                      </a:r>
                    </a:p>
                  </a:txBody>
                  <a:tcPr marL="5003" marR="5003" marT="50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IN" sz="1800" b="1" i="0" u="none" strike="noStrike">
                          <a:solidFill>
                            <a:srgbClr val="000000"/>
                          </a:solidFill>
                          <a:effectLst/>
                          <a:latin typeface="Calibri" panose="020F0502020204030204" pitchFamily="34" charset="0"/>
                        </a:rPr>
                        <a:t>Required No</a:t>
                      </a:r>
                    </a:p>
                  </a:txBody>
                  <a:tcPr marL="5003" marR="5003" marT="50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IN" sz="1800" b="1" i="0" u="none" strike="noStrike" dirty="0">
                          <a:solidFill>
                            <a:srgbClr val="000000"/>
                          </a:solidFill>
                          <a:effectLst/>
                          <a:latin typeface="Calibri" panose="020F0502020204030204" pitchFamily="34" charset="0"/>
                        </a:rPr>
                        <a:t>Approximate Cost in USD</a:t>
                      </a:r>
                    </a:p>
                  </a:txBody>
                  <a:tcPr marL="5003" marR="5003" marT="500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1955">
                <a:tc>
                  <a:txBody>
                    <a:bodyPr/>
                    <a:lstStyle/>
                    <a:p>
                      <a:pPr algn="ctr" fontAlgn="b"/>
                      <a:r>
                        <a:rPr lang="en-IN" sz="1800" b="0" i="0" u="none" strike="noStrike" dirty="0">
                          <a:solidFill>
                            <a:srgbClr val="000000"/>
                          </a:solidFill>
                          <a:effectLst/>
                          <a:latin typeface="Calibri" panose="020F0502020204030204" pitchFamily="34" charset="0"/>
                        </a:rPr>
                        <a:t>1</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Reactor</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6</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215000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1955">
                <a:tc>
                  <a:txBody>
                    <a:bodyPr/>
                    <a:lstStyle/>
                    <a:p>
                      <a:pPr algn="ctr" fontAlgn="b"/>
                      <a:r>
                        <a:rPr lang="en-IN" sz="1800" b="0" i="0" u="none" strike="noStrike">
                          <a:solidFill>
                            <a:srgbClr val="000000"/>
                          </a:solidFill>
                          <a:effectLst/>
                          <a:latin typeface="Calibri" panose="020F0502020204030204" pitchFamily="34" charset="0"/>
                        </a:rPr>
                        <a:t>2</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Condenser</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4</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6000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1955">
                <a:tc>
                  <a:txBody>
                    <a:bodyPr/>
                    <a:lstStyle/>
                    <a:p>
                      <a:pPr algn="ctr" fontAlgn="b"/>
                      <a:r>
                        <a:rPr lang="en-IN" sz="1800" b="0" i="0" u="none" strike="noStrike">
                          <a:solidFill>
                            <a:srgbClr val="000000"/>
                          </a:solidFill>
                          <a:effectLst/>
                          <a:latin typeface="Calibri" panose="020F0502020204030204" pitchFamily="34" charset="0"/>
                        </a:rPr>
                        <a:t>3</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Vacuum pumps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4</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11600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1955">
                <a:tc>
                  <a:txBody>
                    <a:bodyPr/>
                    <a:lstStyle/>
                    <a:p>
                      <a:pPr algn="ctr" fontAlgn="b"/>
                      <a:r>
                        <a:rPr lang="en-IN" sz="1800" b="0" i="0" u="none" strike="noStrike">
                          <a:solidFill>
                            <a:srgbClr val="000000"/>
                          </a:solidFill>
                          <a:effectLst/>
                          <a:latin typeface="Calibri" panose="020F0502020204030204" pitchFamily="34" charset="0"/>
                        </a:rPr>
                        <a:t>4</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Pipe Lines &amp; Motors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36500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1955">
                <a:tc>
                  <a:txBody>
                    <a:bodyPr/>
                    <a:lstStyle/>
                    <a:p>
                      <a:pPr algn="ctr" fontAlgn="b"/>
                      <a:r>
                        <a:rPr lang="en-IN" sz="1800" b="0" i="0" u="none" strike="noStrike">
                          <a:solidFill>
                            <a:srgbClr val="000000"/>
                          </a:solidFill>
                          <a:effectLst/>
                          <a:latin typeface="Calibri" panose="020F0502020204030204" pitchFamily="34" charset="0"/>
                        </a:rPr>
                        <a:t>5</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Cooling Tower</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2</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29000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71955">
                <a:tc>
                  <a:txBody>
                    <a:bodyPr/>
                    <a:lstStyle/>
                    <a:p>
                      <a:pPr algn="ctr" fontAlgn="b"/>
                      <a:r>
                        <a:rPr lang="en-IN" sz="1800" b="0" i="0" u="none" strike="noStrike">
                          <a:solidFill>
                            <a:srgbClr val="000000"/>
                          </a:solidFill>
                          <a:effectLst/>
                          <a:latin typeface="Calibri" panose="020F0502020204030204" pitchFamily="34" charset="0"/>
                        </a:rPr>
                        <a:t>6</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Thermic Fluid Heater</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2</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87000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71955">
                <a:tc>
                  <a:txBody>
                    <a:bodyPr/>
                    <a:lstStyle/>
                    <a:p>
                      <a:pPr algn="ctr" fontAlgn="b"/>
                      <a:r>
                        <a:rPr lang="en-IN" sz="1800" b="0" i="0" u="none" strike="noStrike">
                          <a:solidFill>
                            <a:srgbClr val="000000"/>
                          </a:solidFill>
                          <a:effectLst/>
                          <a:latin typeface="Calibri" panose="020F0502020204030204" pitchFamily="34" charset="0"/>
                        </a:rPr>
                        <a:t>7</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50 KL Storage tanks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6</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87000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71955">
                <a:tc>
                  <a:txBody>
                    <a:bodyPr/>
                    <a:lstStyle/>
                    <a:p>
                      <a:pPr algn="ctr" fontAlgn="b"/>
                      <a:r>
                        <a:rPr lang="en-IN" sz="1800" b="0" i="0" u="none" strike="noStrike">
                          <a:solidFill>
                            <a:srgbClr val="000000"/>
                          </a:solidFill>
                          <a:effectLst/>
                          <a:latin typeface="Calibri" panose="020F0502020204030204" pitchFamily="34" charset="0"/>
                        </a:rPr>
                        <a:t>8</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Platform</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29000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71955">
                <a:tc>
                  <a:txBody>
                    <a:bodyPr/>
                    <a:lstStyle/>
                    <a:p>
                      <a:pPr algn="ctr" fontAlgn="b"/>
                      <a:r>
                        <a:rPr lang="en-IN" sz="1800" b="0" i="0" u="none" strike="noStrike">
                          <a:solidFill>
                            <a:srgbClr val="000000"/>
                          </a:solidFill>
                          <a:effectLst/>
                          <a:latin typeface="Calibri" panose="020F0502020204030204" pitchFamily="34" charset="0"/>
                        </a:rPr>
                        <a:t>9</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Load Cells &amp; Weighing Scales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43500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71955">
                <a:tc>
                  <a:txBody>
                    <a:bodyPr/>
                    <a:lstStyle/>
                    <a:p>
                      <a:pPr algn="ctr" fontAlgn="b"/>
                      <a:r>
                        <a:rPr lang="en-IN" sz="1800" b="0" i="0" u="none" strike="noStrike">
                          <a:solidFill>
                            <a:srgbClr val="000000"/>
                          </a:solidFill>
                          <a:effectLst/>
                          <a:latin typeface="Calibri" panose="020F0502020204030204" pitchFamily="34" charset="0"/>
                        </a:rPr>
                        <a:t>10</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Fork Lifts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2</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29000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71955">
                <a:tc>
                  <a:txBody>
                    <a:bodyPr/>
                    <a:lstStyle/>
                    <a:p>
                      <a:pPr algn="ctr" fontAlgn="b"/>
                      <a:r>
                        <a:rPr lang="en-IN" sz="1800" b="0" i="0" u="none" strike="noStrike">
                          <a:solidFill>
                            <a:srgbClr val="000000"/>
                          </a:solidFill>
                          <a:effectLst/>
                          <a:latin typeface="Calibri" panose="020F0502020204030204" pitchFamily="34" charset="0"/>
                        </a:rPr>
                        <a:t>11</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Trolleys &amp; Drum Lifters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7300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71955">
                <a:tc>
                  <a:txBody>
                    <a:bodyPr/>
                    <a:lstStyle/>
                    <a:p>
                      <a:pPr algn="ctr" fontAlgn="b"/>
                      <a:r>
                        <a:rPr lang="en-IN" sz="1800" b="0" i="0" u="none" strike="noStrike">
                          <a:solidFill>
                            <a:srgbClr val="000000"/>
                          </a:solidFill>
                          <a:effectLst/>
                          <a:latin typeface="Calibri" panose="020F0502020204030204" pitchFamily="34" charset="0"/>
                        </a:rPr>
                        <a:t>12</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DG</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1</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29000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71955">
                <a:tc>
                  <a:txBody>
                    <a:bodyPr/>
                    <a:lstStyle/>
                    <a:p>
                      <a:pPr algn="ctr" fontAlgn="b"/>
                      <a:r>
                        <a:rPr lang="en-IN" sz="1800" b="0" i="0" u="none" strike="noStrike">
                          <a:solidFill>
                            <a:srgbClr val="000000"/>
                          </a:solidFill>
                          <a:effectLst/>
                          <a:latin typeface="Calibri" panose="020F0502020204030204" pitchFamily="34" charset="0"/>
                        </a:rPr>
                        <a:t>13</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Lab Equipments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215000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71955">
                <a:tc>
                  <a:txBody>
                    <a:bodyPr/>
                    <a:lstStyle/>
                    <a:p>
                      <a:pPr algn="ctr" fontAlgn="b"/>
                      <a:r>
                        <a:rPr lang="en-IN" sz="1800" b="0" i="0" u="none" strike="noStrike">
                          <a:solidFill>
                            <a:srgbClr val="000000"/>
                          </a:solidFill>
                          <a:effectLst/>
                          <a:latin typeface="Calibri" panose="020F0502020204030204" pitchFamily="34" charset="0"/>
                        </a:rPr>
                        <a:t>14</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Ramps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2</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29000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71955">
                <a:tc>
                  <a:txBody>
                    <a:bodyPr/>
                    <a:lstStyle/>
                    <a:p>
                      <a:pPr algn="ctr" fontAlgn="b"/>
                      <a:r>
                        <a:rPr lang="en-IN" sz="1800" b="0" i="0" u="none" strike="noStrike">
                          <a:solidFill>
                            <a:srgbClr val="000000"/>
                          </a:solidFill>
                          <a:effectLst/>
                          <a:latin typeface="Calibri" panose="020F0502020204030204" pitchFamily="34" charset="0"/>
                        </a:rPr>
                        <a:t>15</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Automated Filling Machines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2</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29000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71955">
                <a:tc>
                  <a:txBody>
                    <a:bodyPr/>
                    <a:lstStyle/>
                    <a:p>
                      <a:pPr algn="ctr" fontAlgn="b"/>
                      <a:r>
                        <a:rPr lang="en-IN" sz="1800" b="0" i="0" u="none" strike="noStrike" dirty="0">
                          <a:solidFill>
                            <a:srgbClr val="000000"/>
                          </a:solidFill>
                          <a:effectLst/>
                          <a:latin typeface="Calibri" panose="020F0502020204030204" pitchFamily="34" charset="0"/>
                        </a:rPr>
                        <a:t>16</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Truck</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2</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80000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71955">
                <a:tc>
                  <a:txBody>
                    <a:bodyPr/>
                    <a:lstStyle/>
                    <a:p>
                      <a:pPr algn="ctr" fontAlgn="b"/>
                      <a:r>
                        <a:rPr lang="en-IN" sz="1800" b="0" i="0" u="none" strike="noStrike" dirty="0">
                          <a:solidFill>
                            <a:srgbClr val="000000"/>
                          </a:solidFill>
                          <a:effectLst/>
                          <a:latin typeface="Calibri" panose="020F0502020204030204" pitchFamily="34" charset="0"/>
                        </a:rPr>
                        <a:t>17</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Four</a:t>
                      </a:r>
                      <a:r>
                        <a:rPr lang="en-IN" sz="1800" b="0" i="0" u="none" strike="noStrike" baseline="0" dirty="0">
                          <a:solidFill>
                            <a:srgbClr val="000000"/>
                          </a:solidFill>
                          <a:effectLst/>
                          <a:latin typeface="Calibri" panose="020F0502020204030204" pitchFamily="34" charset="0"/>
                        </a:rPr>
                        <a:t> Wheelers</a:t>
                      </a:r>
                      <a:endParaRPr lang="en-IN" sz="1800" b="0" i="0" u="none" strike="noStrike" dirty="0">
                        <a:solidFill>
                          <a:srgbClr val="000000"/>
                        </a:solidFill>
                        <a:effectLst/>
                        <a:latin typeface="Calibri" panose="020F0502020204030204" pitchFamily="34" charset="0"/>
                      </a:endParaRP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3</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60000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71955">
                <a:tc>
                  <a:txBody>
                    <a:bodyPr/>
                    <a:lstStyle/>
                    <a:p>
                      <a:pPr algn="ctr" fontAlgn="b"/>
                      <a:r>
                        <a:rPr lang="en-IN" sz="1800" b="0" i="0" u="none" strike="noStrike" dirty="0">
                          <a:solidFill>
                            <a:srgbClr val="000000"/>
                          </a:solidFill>
                          <a:effectLst/>
                          <a:latin typeface="Calibri" panose="020F0502020204030204" pitchFamily="34" charset="0"/>
                        </a:rPr>
                        <a:t>18</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Miscellanious</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a:t>
                      </a:r>
                    </a:p>
                  </a:txBody>
                  <a:tcPr marL="5003" marR="5003" marT="500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14500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271955">
                <a:tc gridSpan="3">
                  <a:txBody>
                    <a:bodyPr/>
                    <a:lstStyle/>
                    <a:p>
                      <a:pPr algn="ctr" fontAlgn="b"/>
                      <a:r>
                        <a:rPr lang="en-US" sz="1800" b="1" i="0" u="none" strike="noStrike" dirty="0">
                          <a:solidFill>
                            <a:srgbClr val="000000"/>
                          </a:solidFill>
                          <a:effectLst/>
                          <a:latin typeface="Calibri" panose="020F0502020204030204" pitchFamily="34" charset="0"/>
                        </a:rPr>
                        <a:t>Total Cost excluding Land Cost &amp; Building Cost</a:t>
                      </a:r>
                    </a:p>
                  </a:txBody>
                  <a:tcPr marL="5003" marR="5003" marT="500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a:txBody>
                    <a:bodyPr/>
                    <a:lstStyle/>
                    <a:p>
                      <a:pPr algn="ctr" fontAlgn="b"/>
                      <a:r>
                        <a:rPr lang="en-IN" sz="1800" b="1" i="0" u="none" strike="noStrike" dirty="0">
                          <a:solidFill>
                            <a:srgbClr val="000000"/>
                          </a:solidFill>
                          <a:effectLst/>
                          <a:latin typeface="Calibri" panose="020F0502020204030204" pitchFamily="34" charset="0"/>
                        </a:rPr>
                        <a:t>USD 1,037,400</a:t>
                      </a:r>
                    </a:p>
                  </a:txBody>
                  <a:tcPr marL="5003" marR="5003" marT="500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bl>
          </a:graphicData>
        </a:graphic>
      </p:graphicFrame>
    </p:spTree>
    <p:extLst>
      <p:ext uri="{BB962C8B-B14F-4D97-AF65-F5344CB8AC3E}">
        <p14:creationId xmlns:p14="http://schemas.microsoft.com/office/powerpoint/2010/main" val="2254872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27ADAAC-263B-4EBE-AD48-21D54C3A606A}"/>
              </a:ext>
            </a:extLst>
          </p:cNvPr>
          <p:cNvSpPr/>
          <p:nvPr/>
        </p:nvSpPr>
        <p:spPr>
          <a:xfrm>
            <a:off x="920093"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27ADAAC-263B-4EBE-AD48-21D54C3A606A}"/>
              </a:ext>
            </a:extLst>
          </p:cNvPr>
          <p:cNvSpPr/>
          <p:nvPr/>
        </p:nvSpPr>
        <p:spPr>
          <a:xfrm>
            <a:off x="1331029"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FC15B688-AD0C-4B5E-9540-A736534AEF6A}"/>
              </a:ext>
            </a:extLst>
          </p:cNvPr>
          <p:cNvSpPr txBox="1"/>
          <p:nvPr/>
        </p:nvSpPr>
        <p:spPr>
          <a:xfrm>
            <a:off x="417185" y="428771"/>
            <a:ext cx="7137583" cy="461665"/>
          </a:xfrm>
          <a:prstGeom prst="rect">
            <a:avLst/>
          </a:prstGeom>
          <a:noFill/>
        </p:spPr>
        <p:txBody>
          <a:bodyPr wrap="square" rtlCol="0" anchor="t">
            <a:spAutoFit/>
          </a:bodyPr>
          <a:lstStyle/>
          <a:p>
            <a:r>
              <a:rPr lang="en-US" sz="2400" b="1" u="sng" dirty="0">
                <a:latin typeface="Times New Roman"/>
                <a:cs typeface="Times New Roman"/>
              </a:rPr>
              <a:t>Estimated Output per Month – Phase 2</a:t>
            </a:r>
          </a:p>
        </p:txBody>
      </p:sp>
      <p:graphicFrame>
        <p:nvGraphicFramePr>
          <p:cNvPr id="9" name="Table 8">
            <a:extLst>
              <a:ext uri="{FF2B5EF4-FFF2-40B4-BE49-F238E27FC236}">
                <a16:creationId xmlns:a16="http://schemas.microsoft.com/office/drawing/2014/main" id="{7A5F8527-3F87-48E0-A469-20826E309D82}"/>
              </a:ext>
            </a:extLst>
          </p:cNvPr>
          <p:cNvGraphicFramePr>
            <a:graphicFrameLocks noGrp="1"/>
          </p:cNvGraphicFramePr>
          <p:nvPr>
            <p:extLst>
              <p:ext uri="{D42A27DB-BD31-4B8C-83A1-F6EECF244321}">
                <p14:modId xmlns:p14="http://schemas.microsoft.com/office/powerpoint/2010/main" val="645055532"/>
              </p:ext>
            </p:extLst>
          </p:nvPr>
        </p:nvGraphicFramePr>
        <p:xfrm>
          <a:off x="1331029" y="1105505"/>
          <a:ext cx="8305800" cy="5029196"/>
        </p:xfrm>
        <a:graphic>
          <a:graphicData uri="http://schemas.openxmlformats.org/drawingml/2006/table">
            <a:tbl>
              <a:tblPr/>
              <a:tblGrid>
                <a:gridCol w="4152900">
                  <a:extLst>
                    <a:ext uri="{9D8B030D-6E8A-4147-A177-3AD203B41FA5}">
                      <a16:colId xmlns:a16="http://schemas.microsoft.com/office/drawing/2014/main" val="3240752016"/>
                    </a:ext>
                  </a:extLst>
                </a:gridCol>
                <a:gridCol w="4152900">
                  <a:extLst>
                    <a:ext uri="{9D8B030D-6E8A-4147-A177-3AD203B41FA5}">
                      <a16:colId xmlns:a16="http://schemas.microsoft.com/office/drawing/2014/main" val="2783315792"/>
                    </a:ext>
                  </a:extLst>
                </a:gridCol>
              </a:tblGrid>
              <a:tr h="470091">
                <a:tc gridSpan="2">
                  <a:txBody>
                    <a:bodyPr/>
                    <a:lstStyle/>
                    <a:p>
                      <a:pPr algn="ctr" rtl="0" fontAlgn="b"/>
                      <a:r>
                        <a:rPr lang="en-US" sz="2500" b="1" i="0" u="none" strike="noStrike" dirty="0">
                          <a:solidFill>
                            <a:srgbClr val="000000"/>
                          </a:solidFill>
                          <a:effectLst/>
                          <a:latin typeface="Calibri" panose="020F0502020204030204" pitchFamily="34" charset="0"/>
                        </a:rPr>
                        <a:t>Liquid Plant(PER MONTH)</a:t>
                      </a:r>
                    </a:p>
                  </a:txBody>
                  <a:tcPr marL="6406" marR="6406" marT="640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extLst>
                  <a:ext uri="{0D108BD9-81ED-4DB2-BD59-A6C34878D82A}">
                    <a16:rowId xmlns:a16="http://schemas.microsoft.com/office/drawing/2014/main" val="1018778040"/>
                  </a:ext>
                </a:extLst>
              </a:tr>
              <a:tr h="313394">
                <a:tc>
                  <a:txBody>
                    <a:bodyPr/>
                    <a:lstStyle/>
                    <a:p>
                      <a:pPr algn="l" rtl="0" fontAlgn="b"/>
                      <a:r>
                        <a:rPr lang="en-IN" sz="1400" b="0" i="0" u="none" strike="noStrike" dirty="0">
                          <a:solidFill>
                            <a:srgbClr val="000000"/>
                          </a:solidFill>
                          <a:effectLst/>
                          <a:latin typeface="Calibri" panose="020F0502020204030204" pitchFamily="34" charset="0"/>
                        </a:rPr>
                        <a:t>PRIMARY EMULSIFIER</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750 DRUMS * USD 275 = USD 206,250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978158"/>
                  </a:ext>
                </a:extLst>
              </a:tr>
              <a:tr h="313394">
                <a:tc>
                  <a:txBody>
                    <a:bodyPr/>
                    <a:lstStyle/>
                    <a:p>
                      <a:pPr algn="l" rtl="0" fontAlgn="b"/>
                      <a:r>
                        <a:rPr lang="en-IN" sz="1400" b="0" i="0" u="none" strike="noStrike" dirty="0">
                          <a:solidFill>
                            <a:srgbClr val="000000"/>
                          </a:solidFill>
                          <a:effectLst/>
                          <a:latin typeface="Calibri" panose="020F0502020204030204" pitchFamily="34" charset="0"/>
                        </a:rPr>
                        <a:t>SECONDARY EMULSIFIER</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500 DRUMS * USD 300 = USD 150,000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2166289"/>
                  </a:ext>
                </a:extLst>
              </a:tr>
              <a:tr h="313394">
                <a:tc>
                  <a:txBody>
                    <a:bodyPr/>
                    <a:lstStyle/>
                    <a:p>
                      <a:pPr algn="l" rtl="0" fontAlgn="b"/>
                      <a:r>
                        <a:rPr lang="en-IN" sz="1400" b="0" i="0" u="none" strike="noStrike" dirty="0">
                          <a:solidFill>
                            <a:srgbClr val="000000"/>
                          </a:solidFill>
                          <a:effectLst/>
                          <a:latin typeface="Calibri" panose="020F0502020204030204" pitchFamily="34" charset="0"/>
                        </a:rPr>
                        <a:t>WETTING AGENT</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500 DRUMS * USD 275 = USD 137,500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9911272"/>
                  </a:ext>
                </a:extLst>
              </a:tr>
              <a:tr h="313394">
                <a:tc>
                  <a:txBody>
                    <a:bodyPr/>
                    <a:lstStyle/>
                    <a:p>
                      <a:pPr algn="l" rtl="0" fontAlgn="b"/>
                      <a:r>
                        <a:rPr lang="en-IN" sz="1400" b="0" i="0" u="none" strike="noStrike" dirty="0">
                          <a:solidFill>
                            <a:srgbClr val="000000"/>
                          </a:solidFill>
                          <a:effectLst/>
                          <a:latin typeface="Calibri" panose="020F0502020204030204" pitchFamily="34" charset="0"/>
                        </a:rPr>
                        <a:t>RHEOLOGY MODIFIER</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500 DRUMS * USD 425 = USD 212,500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9346877"/>
                  </a:ext>
                </a:extLst>
              </a:tr>
              <a:tr h="313394">
                <a:tc>
                  <a:txBody>
                    <a:bodyPr/>
                    <a:lstStyle/>
                    <a:p>
                      <a:pPr algn="l" rtl="0" fontAlgn="b"/>
                      <a:r>
                        <a:rPr lang="en-IN" sz="1400" b="0" i="0" u="none" strike="noStrike" dirty="0">
                          <a:solidFill>
                            <a:srgbClr val="000000"/>
                          </a:solidFill>
                          <a:effectLst/>
                          <a:latin typeface="Calibri" panose="020F0502020204030204" pitchFamily="34" charset="0"/>
                        </a:rPr>
                        <a:t>OBM THINNER</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300 DRUMS * USD 300 = USD 90,000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0545881"/>
                  </a:ext>
                </a:extLst>
              </a:tr>
              <a:tr h="313394">
                <a:tc>
                  <a:txBody>
                    <a:bodyPr/>
                    <a:lstStyle/>
                    <a:p>
                      <a:pPr algn="l" rtl="0" fontAlgn="b"/>
                      <a:r>
                        <a:rPr lang="en-IN" sz="1400" b="0" i="0" u="none" strike="noStrike" dirty="0">
                          <a:solidFill>
                            <a:srgbClr val="000000"/>
                          </a:solidFill>
                          <a:effectLst/>
                          <a:latin typeface="Calibri" panose="020F0502020204030204" pitchFamily="34" charset="0"/>
                        </a:rPr>
                        <a:t>LIQUID GILSONITE</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500 DRUMS * USD 350 = USD 175,000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5694239"/>
                  </a:ext>
                </a:extLst>
              </a:tr>
              <a:tr h="313394">
                <a:tc>
                  <a:txBody>
                    <a:bodyPr/>
                    <a:lstStyle/>
                    <a:p>
                      <a:pPr algn="l" rtl="0" fontAlgn="b"/>
                      <a:r>
                        <a:rPr lang="en-IN" sz="1400" b="0" i="0" u="none" strike="noStrike" dirty="0">
                          <a:solidFill>
                            <a:srgbClr val="000000"/>
                          </a:solidFill>
                          <a:effectLst/>
                          <a:latin typeface="Calibri" panose="020F0502020204030204" pitchFamily="34" charset="0"/>
                        </a:rPr>
                        <a:t>RADIAGREEN LUBRICANT</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1000 DRUMS * USD 500 = USD 500,000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9785528"/>
                  </a:ext>
                </a:extLst>
              </a:tr>
              <a:tr h="313394">
                <a:tc>
                  <a:txBody>
                    <a:bodyPr/>
                    <a:lstStyle/>
                    <a:p>
                      <a:pPr algn="l" rtl="0" fontAlgn="b"/>
                      <a:r>
                        <a:rPr lang="en-IN" sz="1400" b="0" i="0" u="none" strike="noStrike" dirty="0">
                          <a:solidFill>
                            <a:srgbClr val="000000"/>
                          </a:solidFill>
                          <a:effectLst/>
                          <a:latin typeface="Calibri" panose="020F0502020204030204" pitchFamily="34" charset="0"/>
                        </a:rPr>
                        <a:t>OTHER LUBRICANTS</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1000 DRUMS * USD 275 = USD 275,000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597410"/>
                  </a:ext>
                </a:extLst>
              </a:tr>
              <a:tr h="313394">
                <a:tc>
                  <a:txBody>
                    <a:bodyPr/>
                    <a:lstStyle/>
                    <a:p>
                      <a:pPr algn="l" rtl="0" fontAlgn="b"/>
                      <a:r>
                        <a:rPr lang="en-IN" sz="1400" b="0" i="0" u="none" strike="noStrike" dirty="0">
                          <a:solidFill>
                            <a:srgbClr val="000000"/>
                          </a:solidFill>
                          <a:effectLst/>
                          <a:latin typeface="Calibri" panose="020F0502020204030204" pitchFamily="34" charset="0"/>
                        </a:rPr>
                        <a:t>GLYCOLS</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1000 DRUMS * avg. USD 250 = USD 250,000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7343597"/>
                  </a:ext>
                </a:extLst>
              </a:tr>
              <a:tr h="313394">
                <a:tc>
                  <a:txBody>
                    <a:bodyPr/>
                    <a:lstStyle/>
                    <a:p>
                      <a:pPr algn="l" rtl="0" fontAlgn="b"/>
                      <a:r>
                        <a:rPr lang="it-IT" sz="1400" b="0" i="0" u="none" strike="noStrike" dirty="0">
                          <a:solidFill>
                            <a:srgbClr val="000000"/>
                          </a:solidFill>
                          <a:effectLst/>
                          <a:latin typeface="Calibri" panose="020F0502020204030204" pitchFamily="34" charset="0"/>
                        </a:rPr>
                        <a:t>DEFOAMERS (SILICON, ALCOHOL &amp; GLYCOL BASED)</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1100 DRUMS * avg. USD 250 = USD 275,000 </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4099011"/>
                  </a:ext>
                </a:extLst>
              </a:tr>
              <a:tr h="313394">
                <a:tc>
                  <a:txBody>
                    <a:bodyPr/>
                    <a:lstStyle/>
                    <a:p>
                      <a:pPr algn="l" rtl="0" fontAlgn="b"/>
                      <a:r>
                        <a:rPr lang="en-IN" sz="1400" b="0" i="0" u="none" strike="noStrike" dirty="0">
                          <a:solidFill>
                            <a:srgbClr val="000000"/>
                          </a:solidFill>
                          <a:effectLst/>
                          <a:latin typeface="Calibri" panose="020F0502020204030204" pitchFamily="34" charset="0"/>
                        </a:rPr>
                        <a:t>POLYAMINE </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1000 DRUMS * avg. USD 450 = USD 450,000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5769882"/>
                  </a:ext>
                </a:extLst>
              </a:tr>
              <a:tr h="484983">
                <a:tc>
                  <a:txBody>
                    <a:bodyPr/>
                    <a:lstStyle/>
                    <a:p>
                      <a:pPr algn="l" rtl="0" fontAlgn="b"/>
                      <a:r>
                        <a:rPr lang="en-IN" sz="1400" b="0" i="0" u="none" strike="noStrike" dirty="0">
                          <a:solidFill>
                            <a:srgbClr val="000000"/>
                          </a:solidFill>
                          <a:effectLst/>
                          <a:latin typeface="Calibri" panose="020F0502020204030204" pitchFamily="34" charset="0"/>
                        </a:rPr>
                        <a:t>OTHER LIQUID PRODUCTS (BIOCIDES, CORROSION INHIBITORS, ROP ENHANCER, Starch, Liquid PHPA ETC)</a:t>
                      </a:r>
                    </a:p>
                  </a:txBody>
                  <a:tcPr marL="6406" marR="6406" marT="6406"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rtl="0" fontAlgn="b"/>
                      <a:r>
                        <a:rPr lang="en-IN" sz="1400" b="0" i="0" u="none" strike="noStrike" dirty="0">
                          <a:solidFill>
                            <a:srgbClr val="000000"/>
                          </a:solidFill>
                          <a:effectLst/>
                          <a:latin typeface="Calibri" panose="020F0502020204030204" pitchFamily="34" charset="0"/>
                        </a:rPr>
                        <a:t>1000 DRUMS * avg. USD 275 = USD 275,000</a:t>
                      </a:r>
                    </a:p>
                  </a:txBody>
                  <a:tcPr marL="6406" marR="6406" marT="6406"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6117557"/>
                  </a:ext>
                </a:extLst>
              </a:tr>
              <a:tr h="313394">
                <a:tc>
                  <a:txBody>
                    <a:bodyPr/>
                    <a:lstStyle/>
                    <a:p>
                      <a:pPr algn="l" fontAlgn="b"/>
                      <a:r>
                        <a:rPr lang="en-US" sz="1400" b="1" i="0" u="none" strike="noStrike" dirty="0">
                          <a:solidFill>
                            <a:srgbClr val="000000"/>
                          </a:solidFill>
                          <a:effectLst/>
                          <a:latin typeface="Calibri" panose="020F0502020204030204" pitchFamily="34" charset="0"/>
                        </a:rPr>
                        <a:t>GROSS REVENUE FROM</a:t>
                      </a:r>
                      <a:r>
                        <a:rPr lang="en-US" sz="1400" b="1" i="0" u="none" strike="noStrike" baseline="0" dirty="0">
                          <a:solidFill>
                            <a:srgbClr val="000000"/>
                          </a:solidFill>
                          <a:effectLst/>
                          <a:latin typeface="Calibri" panose="020F0502020204030204" pitchFamily="34" charset="0"/>
                        </a:rPr>
                        <a:t> Liquid Plant</a:t>
                      </a:r>
                      <a:endParaRPr lang="en-US" sz="1400" b="1" i="0" u="none" strike="noStrike" dirty="0">
                        <a:solidFill>
                          <a:srgbClr val="000000"/>
                        </a:solidFill>
                        <a:effectLst/>
                        <a:latin typeface="Calibri" panose="020F0502020204030204" pitchFamily="34" charset="0"/>
                      </a:endParaRPr>
                    </a:p>
                  </a:txBody>
                  <a:tcPr marL="6406" marR="6406" marT="640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r>
                        <a:rPr lang="en-IN" sz="1400" b="1" i="0" u="none" strike="noStrike" dirty="0">
                          <a:solidFill>
                            <a:srgbClr val="000000"/>
                          </a:solidFill>
                          <a:effectLst/>
                          <a:latin typeface="Calibri" panose="020F0502020204030204" pitchFamily="34" charset="0"/>
                        </a:rPr>
                        <a:t>USD 2,996,250</a:t>
                      </a:r>
                    </a:p>
                  </a:txBody>
                  <a:tcPr marL="6406" marR="6406" marT="640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9089627"/>
                  </a:ext>
                </a:extLst>
              </a:tr>
              <a:tr h="313394">
                <a:tc>
                  <a:txBody>
                    <a:bodyPr/>
                    <a:lstStyle/>
                    <a:p>
                      <a:pPr algn="l" rtl="0" fontAlgn="b"/>
                      <a:r>
                        <a:rPr lang="en-IN" sz="1800" b="1" i="0" u="none" strike="noStrike" dirty="0">
                          <a:solidFill>
                            <a:srgbClr val="000000"/>
                          </a:solidFill>
                          <a:effectLst/>
                          <a:latin typeface="Calibri" panose="020F0502020204030204" pitchFamily="34" charset="0"/>
                        </a:rPr>
                        <a:t>Approximate NET PROFIT</a:t>
                      </a:r>
                    </a:p>
                  </a:txBody>
                  <a:tcPr marL="6406" marR="6406" marT="640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b"/>
                      <a:r>
                        <a:rPr lang="de-DE" sz="1800" b="1" i="0" u="none" strike="noStrike" dirty="0">
                          <a:solidFill>
                            <a:srgbClr val="000000"/>
                          </a:solidFill>
                          <a:effectLst/>
                          <a:latin typeface="Calibri" panose="020F0502020204030204" pitchFamily="34" charset="0"/>
                        </a:rPr>
                        <a:t>USD 3,317,000 * 15% = USD 449,437.5</a:t>
                      </a:r>
                    </a:p>
                  </a:txBody>
                  <a:tcPr marL="6406" marR="6406" marT="6406"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6660732"/>
                  </a:ext>
                </a:extLst>
              </a:tr>
            </a:tbl>
          </a:graphicData>
        </a:graphic>
      </p:graphicFrame>
    </p:spTree>
    <p:extLst>
      <p:ext uri="{BB962C8B-B14F-4D97-AF65-F5344CB8AC3E}">
        <p14:creationId xmlns:p14="http://schemas.microsoft.com/office/powerpoint/2010/main" val="456986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27ADAAC-263B-4EBE-AD48-21D54C3A606A}"/>
              </a:ext>
            </a:extLst>
          </p:cNvPr>
          <p:cNvSpPr/>
          <p:nvPr/>
        </p:nvSpPr>
        <p:spPr>
          <a:xfrm>
            <a:off x="920093"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227ADAAC-263B-4EBE-AD48-21D54C3A606A}"/>
              </a:ext>
            </a:extLst>
          </p:cNvPr>
          <p:cNvSpPr/>
          <p:nvPr/>
        </p:nvSpPr>
        <p:spPr>
          <a:xfrm>
            <a:off x="1331029"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FC15B688-AD0C-4B5E-9540-A736534AEF6A}"/>
              </a:ext>
            </a:extLst>
          </p:cNvPr>
          <p:cNvSpPr txBox="1"/>
          <p:nvPr/>
        </p:nvSpPr>
        <p:spPr>
          <a:xfrm>
            <a:off x="417185" y="428771"/>
            <a:ext cx="7137583" cy="461665"/>
          </a:xfrm>
          <a:prstGeom prst="rect">
            <a:avLst/>
          </a:prstGeom>
          <a:noFill/>
        </p:spPr>
        <p:txBody>
          <a:bodyPr wrap="square" rtlCol="0" anchor="t">
            <a:spAutoFit/>
          </a:bodyPr>
          <a:lstStyle/>
          <a:p>
            <a:r>
              <a:rPr lang="en-US" sz="2400" b="1" u="sng" dirty="0">
                <a:latin typeface="Times New Roman"/>
                <a:cs typeface="Times New Roman"/>
              </a:rPr>
              <a:t>Required Staff for a Fully-Functional Plant</a:t>
            </a:r>
          </a:p>
        </p:txBody>
      </p:sp>
      <p:graphicFrame>
        <p:nvGraphicFramePr>
          <p:cNvPr id="8" name="Diagram 7">
            <a:extLst>
              <a:ext uri="{FF2B5EF4-FFF2-40B4-BE49-F238E27FC236}">
                <a16:creationId xmlns:a16="http://schemas.microsoft.com/office/drawing/2014/main" id="{1DF752A7-455E-4556-821C-A065F4240E3F}"/>
              </a:ext>
            </a:extLst>
          </p:cNvPr>
          <p:cNvGraphicFramePr/>
          <p:nvPr>
            <p:extLst>
              <p:ext uri="{D42A27DB-BD31-4B8C-83A1-F6EECF244321}">
                <p14:modId xmlns:p14="http://schemas.microsoft.com/office/powerpoint/2010/main" val="1555912816"/>
              </p:ext>
            </p:extLst>
          </p:nvPr>
        </p:nvGraphicFramePr>
        <p:xfrm>
          <a:off x="336248" y="1281378"/>
          <a:ext cx="11138262" cy="56528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4487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2C47951-50F1-4223-8A66-69943F144607}"/>
              </a:ext>
            </a:extLst>
          </p:cNvPr>
          <p:cNvSpPr/>
          <p:nvPr/>
        </p:nvSpPr>
        <p:spPr>
          <a:xfrm>
            <a:off x="419845" y="542492"/>
            <a:ext cx="7789839" cy="461665"/>
          </a:xfrm>
          <a:prstGeom prst="rect">
            <a:avLst/>
          </a:prstGeom>
        </p:spPr>
        <p:txBody>
          <a:bodyPr wrap="square" anchor="t">
            <a:spAutoFit/>
          </a:bodyPr>
          <a:lstStyle/>
          <a:p>
            <a:r>
              <a:rPr lang="en-US" sz="2400" b="1" u="sng" dirty="0">
                <a:latin typeface="Times New Roman"/>
                <a:cs typeface="Times New Roman"/>
              </a:rPr>
              <a:t>Company Profile/Requirement</a:t>
            </a:r>
          </a:p>
        </p:txBody>
      </p:sp>
      <p:sp>
        <p:nvSpPr>
          <p:cNvPr id="3" name="TextBox 2">
            <a:extLst>
              <a:ext uri="{FF2B5EF4-FFF2-40B4-BE49-F238E27FC236}">
                <a16:creationId xmlns:a16="http://schemas.microsoft.com/office/drawing/2014/main" id="{4DC0B9EA-D6C9-4BD5-B3D9-790971BC0BD1}"/>
              </a:ext>
            </a:extLst>
          </p:cNvPr>
          <p:cNvSpPr txBox="1"/>
          <p:nvPr/>
        </p:nvSpPr>
        <p:spPr>
          <a:xfrm>
            <a:off x="595214" y="1470631"/>
            <a:ext cx="9572676" cy="2585323"/>
          </a:xfrm>
          <a:prstGeom prst="rect">
            <a:avLst/>
          </a:prstGeom>
          <a:noFill/>
        </p:spPr>
        <p:txBody>
          <a:bodyPr wrap="square" rtlCol="0" anchor="t">
            <a:spAutoFit/>
          </a:bodyPr>
          <a:lstStyle/>
          <a:p>
            <a:pPr marL="285750" indent="-285750">
              <a:buFont typeface="Arial" panose="020B0604020202020204" pitchFamily="34" charset="0"/>
              <a:buChar char="•"/>
            </a:pPr>
            <a:r>
              <a:rPr lang="en-US" dirty="0"/>
              <a:t>Ideally Company will be part of a well-established Holding company or has sister companies has strong financials which can support to register with Operators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Sister companies are well-established in the Oil &amp; Gas industry even if they are catering to different segments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Establish the main trading office in </a:t>
            </a:r>
            <a:r>
              <a:rPr lang="en-US" dirty="0" err="1"/>
              <a:t>Freezone</a:t>
            </a:r>
            <a:r>
              <a:rPr lang="en-US" dirty="0"/>
              <a:t> UAE or Oman however company should be registered as a European company</a:t>
            </a:r>
          </a:p>
          <a:p>
            <a:endParaRPr lang="en-US" dirty="0"/>
          </a:p>
        </p:txBody>
      </p:sp>
    </p:spTree>
    <p:extLst>
      <p:ext uri="{BB962C8B-B14F-4D97-AF65-F5344CB8AC3E}">
        <p14:creationId xmlns:p14="http://schemas.microsoft.com/office/powerpoint/2010/main" val="3755837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2C47951-50F1-4223-8A66-69943F144607}"/>
              </a:ext>
            </a:extLst>
          </p:cNvPr>
          <p:cNvSpPr/>
          <p:nvPr/>
        </p:nvSpPr>
        <p:spPr>
          <a:xfrm>
            <a:off x="402527" y="594446"/>
            <a:ext cx="7789839" cy="461665"/>
          </a:xfrm>
          <a:prstGeom prst="rect">
            <a:avLst/>
          </a:prstGeom>
        </p:spPr>
        <p:txBody>
          <a:bodyPr wrap="square">
            <a:spAutoFit/>
          </a:bodyPr>
          <a:lstStyle/>
          <a:p>
            <a:r>
              <a:rPr lang="en-US" sz="2400" b="1" u="sng" dirty="0">
                <a:latin typeface="Times New Roman"/>
                <a:cs typeface="Times New Roman"/>
              </a:rPr>
              <a:t>First Year Plan</a:t>
            </a:r>
          </a:p>
        </p:txBody>
      </p:sp>
      <p:sp>
        <p:nvSpPr>
          <p:cNvPr id="3" name="TextBox 2">
            <a:extLst>
              <a:ext uri="{FF2B5EF4-FFF2-40B4-BE49-F238E27FC236}">
                <a16:creationId xmlns:a16="http://schemas.microsoft.com/office/drawing/2014/main" id="{4DC0B9EA-D6C9-4BD5-B3D9-790971BC0BD1}"/>
              </a:ext>
            </a:extLst>
          </p:cNvPr>
          <p:cNvSpPr txBox="1"/>
          <p:nvPr/>
        </p:nvSpPr>
        <p:spPr>
          <a:xfrm>
            <a:off x="621191" y="1574540"/>
            <a:ext cx="9572676" cy="4339650"/>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en-US" sz="2000" dirty="0"/>
              <a:t>Setup company identity website, logo, etc.</a:t>
            </a:r>
          </a:p>
          <a:p>
            <a:pPr marL="285750" indent="-285750">
              <a:lnSpc>
                <a:spcPct val="150000"/>
              </a:lnSpc>
              <a:buFont typeface="Arial" panose="020B0604020202020204" pitchFamily="34" charset="0"/>
              <a:buChar char="•"/>
            </a:pPr>
            <a:r>
              <a:rPr lang="en-US" sz="2000" dirty="0"/>
              <a:t>Setup the team</a:t>
            </a:r>
          </a:p>
          <a:p>
            <a:pPr marL="285750" indent="-285750">
              <a:lnSpc>
                <a:spcPct val="150000"/>
              </a:lnSpc>
              <a:buFont typeface="Arial" panose="020B0604020202020204" pitchFamily="34" charset="0"/>
              <a:buChar char="•"/>
            </a:pPr>
            <a:r>
              <a:rPr lang="en-US" sz="2000" dirty="0"/>
              <a:t>Get ISO certificates and other Oil &amp; Gas certificates</a:t>
            </a:r>
          </a:p>
          <a:p>
            <a:pPr marL="285750" indent="-285750">
              <a:lnSpc>
                <a:spcPct val="150000"/>
              </a:lnSpc>
              <a:buFont typeface="Arial" panose="020B0604020202020204" pitchFamily="34" charset="0"/>
              <a:buChar char="•"/>
            </a:pPr>
            <a:r>
              <a:rPr lang="en-US" sz="2000" dirty="0"/>
              <a:t>Signup agency agreements with global manufacturers to boost company profile</a:t>
            </a:r>
          </a:p>
          <a:p>
            <a:pPr marL="285750" indent="-285750">
              <a:lnSpc>
                <a:spcPct val="150000"/>
              </a:lnSpc>
              <a:buFont typeface="Arial" panose="020B0604020202020204" pitchFamily="34" charset="0"/>
              <a:buChar char="•"/>
            </a:pPr>
            <a:r>
              <a:rPr lang="en-US" sz="2000" dirty="0"/>
              <a:t>Prepare tender documentations</a:t>
            </a:r>
          </a:p>
          <a:p>
            <a:pPr marL="285750" indent="-285750">
              <a:lnSpc>
                <a:spcPct val="150000"/>
              </a:lnSpc>
              <a:buFont typeface="Arial" panose="020B0604020202020204" pitchFamily="34" charset="0"/>
              <a:buChar char="•"/>
            </a:pPr>
            <a:r>
              <a:rPr lang="en-US" sz="2000" dirty="0"/>
              <a:t>Signup with operators across MENA region</a:t>
            </a:r>
            <a:endParaRPr lang="en-US" sz="2000" dirty="0">
              <a:cs typeface="Calibri"/>
            </a:endParaRPr>
          </a:p>
          <a:p>
            <a:pPr marL="285750" indent="-285750">
              <a:lnSpc>
                <a:spcPct val="150000"/>
              </a:lnSpc>
              <a:buFont typeface="Arial" panose="020B0604020202020204" pitchFamily="34" charset="0"/>
              <a:buChar char="•"/>
            </a:pPr>
            <a:r>
              <a:rPr lang="en-US" sz="2000" dirty="0"/>
              <a:t>Identify  blending company to purchase or setup preferably in Europe</a:t>
            </a:r>
          </a:p>
          <a:p>
            <a:pPr marL="285750" indent="-285750">
              <a:lnSpc>
                <a:spcPct val="150000"/>
              </a:lnSpc>
              <a:buFont typeface="Arial" panose="020B0604020202020204" pitchFamily="34" charset="0"/>
              <a:buChar char="•"/>
            </a:pPr>
            <a:r>
              <a:rPr lang="en-US" sz="2000" dirty="0"/>
              <a:t>NO Sales First Year in the budget</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077242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2C47951-50F1-4223-8A66-69943F144607}"/>
              </a:ext>
            </a:extLst>
          </p:cNvPr>
          <p:cNvSpPr/>
          <p:nvPr/>
        </p:nvSpPr>
        <p:spPr>
          <a:xfrm>
            <a:off x="437163" y="663719"/>
            <a:ext cx="7789839" cy="461665"/>
          </a:xfrm>
          <a:prstGeom prst="rect">
            <a:avLst/>
          </a:prstGeom>
        </p:spPr>
        <p:txBody>
          <a:bodyPr wrap="square" anchor="t">
            <a:spAutoFit/>
          </a:bodyPr>
          <a:lstStyle/>
          <a:p>
            <a:r>
              <a:rPr lang="en-US" sz="2400" b="1" u="sng" dirty="0">
                <a:latin typeface="Times New Roman"/>
                <a:cs typeface="Times New Roman"/>
              </a:rPr>
              <a:t>Financials</a:t>
            </a:r>
          </a:p>
        </p:txBody>
      </p:sp>
      <p:sp>
        <p:nvSpPr>
          <p:cNvPr id="3" name="TextBox 2">
            <a:extLst>
              <a:ext uri="{FF2B5EF4-FFF2-40B4-BE49-F238E27FC236}">
                <a16:creationId xmlns:a16="http://schemas.microsoft.com/office/drawing/2014/main" id="{4DC0B9EA-D6C9-4BD5-B3D9-790971BC0BD1}"/>
              </a:ext>
            </a:extLst>
          </p:cNvPr>
          <p:cNvSpPr txBox="1"/>
          <p:nvPr/>
        </p:nvSpPr>
        <p:spPr>
          <a:xfrm>
            <a:off x="664485" y="951084"/>
            <a:ext cx="10875581" cy="429194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sz="2400" b="1" dirty="0"/>
          </a:p>
          <a:p>
            <a:pPr marL="342900" indent="-342900">
              <a:lnSpc>
                <a:spcPct val="150000"/>
              </a:lnSpc>
              <a:buFont typeface="Arial" panose="020B0604020202020204" pitchFamily="34" charset="0"/>
              <a:buChar char="•"/>
            </a:pPr>
            <a:r>
              <a:rPr lang="en-US" sz="2000" dirty="0"/>
              <a:t>First year – required $600k as Operational costs of Setup for Main office</a:t>
            </a:r>
          </a:p>
          <a:p>
            <a:pPr marL="342900" indent="-342900">
              <a:lnSpc>
                <a:spcPct val="150000"/>
              </a:lnSpc>
              <a:buFont typeface="Arial" panose="020B0604020202020204" pitchFamily="34" charset="0"/>
              <a:buChar char="•"/>
            </a:pPr>
            <a:r>
              <a:rPr lang="en-US" sz="2000" dirty="0"/>
              <a:t>Second year - $300K as Operational Costs of Setup</a:t>
            </a:r>
          </a:p>
          <a:p>
            <a:pPr marL="342900" indent="-342900">
              <a:lnSpc>
                <a:spcPct val="150000"/>
              </a:lnSpc>
              <a:buFont typeface="Arial" panose="020B0604020202020204" pitchFamily="34" charset="0"/>
              <a:buChar char="•"/>
            </a:pPr>
            <a:r>
              <a:rPr lang="en-US" sz="2000" dirty="0"/>
              <a:t>Blending facility - investment $1-2 million</a:t>
            </a:r>
            <a:endParaRPr lang="en-US" sz="2000" dirty="0">
              <a:cs typeface="Calibri"/>
            </a:endParaRPr>
          </a:p>
          <a:p>
            <a:pPr marL="342900" indent="-342900">
              <a:lnSpc>
                <a:spcPct val="150000"/>
              </a:lnSpc>
              <a:buFont typeface="Arial" panose="020B0604020202020204" pitchFamily="34" charset="0"/>
              <a:buChar char="•"/>
            </a:pPr>
            <a:r>
              <a:rPr lang="en-US" sz="2000" dirty="0"/>
              <a:t>Operational credit line - $1-2 million</a:t>
            </a:r>
          </a:p>
          <a:p>
            <a:pPr marL="342900" indent="-342900">
              <a:lnSpc>
                <a:spcPct val="150000"/>
              </a:lnSpc>
              <a:buFont typeface="Arial" panose="020B0604020202020204" pitchFamily="34" charset="0"/>
              <a:buChar char="•"/>
            </a:pPr>
            <a:r>
              <a:rPr lang="en-US" sz="2000" b="1" dirty="0">
                <a:ea typeface="+mn-lt"/>
                <a:cs typeface="+mn-lt"/>
              </a:rPr>
              <a:t>Total investment $4-5 million </a:t>
            </a:r>
          </a:p>
          <a:p>
            <a:pPr marL="342900" indent="-342900">
              <a:lnSpc>
                <a:spcPct val="150000"/>
              </a:lnSpc>
              <a:buFont typeface="Arial" panose="020B0604020202020204" pitchFamily="34" charset="0"/>
              <a:buChar char="•"/>
            </a:pPr>
            <a:endParaRPr lang="en-US" sz="2000" b="1" dirty="0">
              <a:ea typeface="+mn-lt"/>
              <a:cs typeface="+mn-lt"/>
            </a:endParaRPr>
          </a:p>
          <a:p>
            <a:pPr algn="ctr">
              <a:lnSpc>
                <a:spcPct val="150000"/>
              </a:lnSpc>
            </a:pPr>
            <a:r>
              <a:rPr lang="en-US" sz="2000" b="1" dirty="0">
                <a:ea typeface="+mn-lt"/>
                <a:cs typeface="+mn-lt"/>
              </a:rPr>
              <a:t>Sweat Equity (CEO)  -   40%</a:t>
            </a:r>
          </a:p>
          <a:p>
            <a:pPr algn="ctr">
              <a:lnSpc>
                <a:spcPct val="150000"/>
              </a:lnSpc>
            </a:pPr>
            <a:r>
              <a:rPr lang="en-US" sz="2000" b="1" dirty="0">
                <a:ea typeface="+mn-lt"/>
                <a:cs typeface="+mn-lt"/>
              </a:rPr>
              <a:t>Shareholders Equity  - 60%  {$4-5million}</a:t>
            </a:r>
          </a:p>
        </p:txBody>
      </p:sp>
    </p:spTree>
    <p:extLst>
      <p:ext uri="{BB962C8B-B14F-4D97-AF65-F5344CB8AC3E}">
        <p14:creationId xmlns:p14="http://schemas.microsoft.com/office/powerpoint/2010/main" val="3191498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27ADAAC-263B-4EBE-AD48-21D54C3A606A}"/>
              </a:ext>
            </a:extLst>
          </p:cNvPr>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2307EE6-8F88-49FB-ACA9-AD2266114573}"/>
              </a:ext>
            </a:extLst>
          </p:cNvPr>
          <p:cNvSpPr/>
          <p:nvPr/>
        </p:nvSpPr>
        <p:spPr>
          <a:xfrm>
            <a:off x="91849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3C56CF7-2E6E-4AEB-BB94-90BE7D88FDE4}"/>
              </a:ext>
            </a:extLst>
          </p:cNvPr>
          <p:cNvSpPr/>
          <p:nvPr/>
        </p:nvSpPr>
        <p:spPr>
          <a:xfrm>
            <a:off x="1330556" y="376897"/>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477538C-2EEB-4649-B45C-20B1A87A2C18}"/>
              </a:ext>
            </a:extLst>
          </p:cNvPr>
          <p:cNvSpPr/>
          <p:nvPr/>
        </p:nvSpPr>
        <p:spPr>
          <a:xfrm>
            <a:off x="0" y="6487844"/>
            <a:ext cx="12192000" cy="372793"/>
          </a:xfrm>
          <a:prstGeom prst="rect">
            <a:avLst/>
          </a:prstGeom>
          <a:solidFill>
            <a:srgbClr val="7F3126">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2C47951-50F1-4223-8A66-69943F144607}"/>
              </a:ext>
            </a:extLst>
          </p:cNvPr>
          <p:cNvSpPr/>
          <p:nvPr/>
        </p:nvSpPr>
        <p:spPr>
          <a:xfrm>
            <a:off x="419845" y="542491"/>
            <a:ext cx="7789839" cy="461665"/>
          </a:xfrm>
          <a:prstGeom prst="rect">
            <a:avLst/>
          </a:prstGeom>
        </p:spPr>
        <p:txBody>
          <a:bodyPr wrap="square" anchor="t">
            <a:spAutoFit/>
          </a:bodyPr>
          <a:lstStyle/>
          <a:p>
            <a:r>
              <a:rPr lang="en-US" sz="2400" b="1" u="sng" dirty="0">
                <a:latin typeface="Times New Roman"/>
                <a:cs typeface="Times New Roman"/>
              </a:rPr>
              <a:t>Company Cost Structure</a:t>
            </a:r>
          </a:p>
        </p:txBody>
      </p:sp>
      <p:sp>
        <p:nvSpPr>
          <p:cNvPr id="2" name="TextBox 1">
            <a:extLst>
              <a:ext uri="{FF2B5EF4-FFF2-40B4-BE49-F238E27FC236}">
                <a16:creationId xmlns:a16="http://schemas.microsoft.com/office/drawing/2014/main" id="{F74EE416-9C3A-4E0E-AB52-F9B886F52F07}"/>
              </a:ext>
            </a:extLst>
          </p:cNvPr>
          <p:cNvSpPr txBox="1"/>
          <p:nvPr/>
        </p:nvSpPr>
        <p:spPr>
          <a:xfrm>
            <a:off x="714643" y="1870980"/>
            <a:ext cx="9228666" cy="2585323"/>
          </a:xfrm>
          <a:prstGeom prst="rect">
            <a:avLst/>
          </a:prstGeom>
          <a:noFill/>
        </p:spPr>
        <p:txBody>
          <a:bodyPr wrap="square" rtlCol="0">
            <a:spAutoFit/>
          </a:bodyPr>
          <a:lstStyle/>
          <a:p>
            <a:r>
              <a:rPr lang="en-US" dirty="0"/>
              <a:t>CEO          -       					$16K/Month</a:t>
            </a:r>
          </a:p>
          <a:p>
            <a:r>
              <a:rPr lang="en-US" dirty="0"/>
              <a:t>Oil &amp; Gas Business Development manager   -		$8K/Month</a:t>
            </a:r>
          </a:p>
          <a:p>
            <a:r>
              <a:rPr lang="en-US" dirty="0"/>
              <a:t>Oilfield Chemicals Engineer       -       			$3.5K/Month</a:t>
            </a:r>
          </a:p>
          <a:p>
            <a:r>
              <a:rPr lang="en-US" dirty="0"/>
              <a:t>OCTG Sales Engineer     -    				$3.5K/Month</a:t>
            </a:r>
          </a:p>
          <a:p>
            <a:r>
              <a:rPr lang="en-US" dirty="0"/>
              <a:t>Asset Integrity Engineer - 				$3.5K/Month</a:t>
            </a:r>
          </a:p>
          <a:p>
            <a:r>
              <a:rPr lang="en-US" dirty="0"/>
              <a:t>Procurement executive -    				$2.5K/Month</a:t>
            </a:r>
          </a:p>
          <a:p>
            <a:r>
              <a:rPr lang="en-US" dirty="0"/>
              <a:t>Logistics Coordinator   -    				$2.5K/Month</a:t>
            </a:r>
          </a:p>
          <a:p>
            <a:r>
              <a:rPr lang="en-US" dirty="0"/>
              <a:t>Accountant  -   					$2.5K/Month</a:t>
            </a:r>
          </a:p>
          <a:p>
            <a:endParaRPr lang="en-US" dirty="0"/>
          </a:p>
        </p:txBody>
      </p:sp>
      <p:sp>
        <p:nvSpPr>
          <p:cNvPr id="4" name="TextBox 3">
            <a:extLst>
              <a:ext uri="{FF2B5EF4-FFF2-40B4-BE49-F238E27FC236}">
                <a16:creationId xmlns:a16="http://schemas.microsoft.com/office/drawing/2014/main" id="{223AB85E-06DB-4E3E-9836-6AD073D3C75E}"/>
              </a:ext>
            </a:extLst>
          </p:cNvPr>
          <p:cNvSpPr txBox="1"/>
          <p:nvPr/>
        </p:nvSpPr>
        <p:spPr>
          <a:xfrm>
            <a:off x="723110" y="1413933"/>
            <a:ext cx="2689275" cy="369332"/>
          </a:xfrm>
          <a:prstGeom prst="rect">
            <a:avLst/>
          </a:prstGeom>
          <a:noFill/>
        </p:spPr>
        <p:txBody>
          <a:bodyPr wrap="square" rtlCol="0">
            <a:spAutoFit/>
          </a:bodyPr>
          <a:lstStyle/>
          <a:p>
            <a:r>
              <a:rPr lang="en-US" b="1" u="sng" dirty="0"/>
              <a:t>Main Office</a:t>
            </a:r>
          </a:p>
        </p:txBody>
      </p:sp>
      <p:sp>
        <p:nvSpPr>
          <p:cNvPr id="5" name="TextBox 4">
            <a:extLst>
              <a:ext uri="{FF2B5EF4-FFF2-40B4-BE49-F238E27FC236}">
                <a16:creationId xmlns:a16="http://schemas.microsoft.com/office/drawing/2014/main" id="{9B7450EC-FA20-4B4F-86FE-14EAC2AE65EC}"/>
              </a:ext>
            </a:extLst>
          </p:cNvPr>
          <p:cNvSpPr txBox="1"/>
          <p:nvPr/>
        </p:nvSpPr>
        <p:spPr>
          <a:xfrm>
            <a:off x="723110" y="4055533"/>
            <a:ext cx="5372890" cy="369332"/>
          </a:xfrm>
          <a:prstGeom prst="rect">
            <a:avLst/>
          </a:prstGeom>
          <a:noFill/>
        </p:spPr>
        <p:txBody>
          <a:bodyPr wrap="square" rtlCol="0">
            <a:spAutoFit/>
          </a:bodyPr>
          <a:lstStyle/>
          <a:p>
            <a:r>
              <a:rPr lang="en-US" b="1" dirty="0"/>
              <a:t>Total Monthly Salaries - $42K/Month</a:t>
            </a:r>
          </a:p>
        </p:txBody>
      </p:sp>
      <p:sp>
        <p:nvSpPr>
          <p:cNvPr id="6" name="TextBox 5">
            <a:extLst>
              <a:ext uri="{FF2B5EF4-FFF2-40B4-BE49-F238E27FC236}">
                <a16:creationId xmlns:a16="http://schemas.microsoft.com/office/drawing/2014/main" id="{A4D849C5-4D8A-4498-B558-9DD7028C8E04}"/>
              </a:ext>
            </a:extLst>
          </p:cNvPr>
          <p:cNvSpPr txBox="1"/>
          <p:nvPr/>
        </p:nvSpPr>
        <p:spPr>
          <a:xfrm>
            <a:off x="714643" y="4597400"/>
            <a:ext cx="3933875" cy="369332"/>
          </a:xfrm>
          <a:prstGeom prst="rect">
            <a:avLst/>
          </a:prstGeom>
          <a:noFill/>
        </p:spPr>
        <p:txBody>
          <a:bodyPr wrap="square" rtlCol="0">
            <a:spAutoFit/>
          </a:bodyPr>
          <a:lstStyle/>
          <a:p>
            <a:r>
              <a:rPr lang="en-US" b="1" dirty="0"/>
              <a:t>Office Monthly Rent  - $4.5k/Month</a:t>
            </a:r>
          </a:p>
        </p:txBody>
      </p:sp>
      <p:sp>
        <p:nvSpPr>
          <p:cNvPr id="7" name="TextBox 6">
            <a:extLst>
              <a:ext uri="{FF2B5EF4-FFF2-40B4-BE49-F238E27FC236}">
                <a16:creationId xmlns:a16="http://schemas.microsoft.com/office/drawing/2014/main" id="{02159ABD-3754-4210-B59D-3EBB984EA754}"/>
              </a:ext>
            </a:extLst>
          </p:cNvPr>
          <p:cNvSpPr txBox="1"/>
          <p:nvPr/>
        </p:nvSpPr>
        <p:spPr>
          <a:xfrm>
            <a:off x="714643" y="5117028"/>
            <a:ext cx="4763608" cy="369332"/>
          </a:xfrm>
          <a:prstGeom prst="rect">
            <a:avLst/>
          </a:prstGeom>
          <a:noFill/>
        </p:spPr>
        <p:txBody>
          <a:bodyPr wrap="square" rtlCol="0">
            <a:spAutoFit/>
          </a:bodyPr>
          <a:lstStyle/>
          <a:p>
            <a:r>
              <a:rPr lang="en-US" b="1" dirty="0"/>
              <a:t>Monthly office expenses -  $5K/Month</a:t>
            </a:r>
          </a:p>
        </p:txBody>
      </p:sp>
      <p:sp>
        <p:nvSpPr>
          <p:cNvPr id="9" name="TextBox 8">
            <a:extLst>
              <a:ext uri="{FF2B5EF4-FFF2-40B4-BE49-F238E27FC236}">
                <a16:creationId xmlns:a16="http://schemas.microsoft.com/office/drawing/2014/main" id="{17D7F93B-6AA0-4CD5-B39C-A945F16D6FE2}"/>
              </a:ext>
            </a:extLst>
          </p:cNvPr>
          <p:cNvSpPr txBox="1"/>
          <p:nvPr/>
        </p:nvSpPr>
        <p:spPr>
          <a:xfrm>
            <a:off x="2074334" y="5731921"/>
            <a:ext cx="7239000" cy="461665"/>
          </a:xfrm>
          <a:prstGeom prst="rect">
            <a:avLst/>
          </a:prstGeom>
          <a:noFill/>
        </p:spPr>
        <p:txBody>
          <a:bodyPr wrap="square" rtlCol="0">
            <a:spAutoFit/>
          </a:bodyPr>
          <a:lstStyle/>
          <a:p>
            <a:r>
              <a:rPr lang="en-US" sz="2400" b="1" dirty="0"/>
              <a:t>Total Monthly Expenses - $51.5K/Month</a:t>
            </a:r>
          </a:p>
        </p:txBody>
      </p:sp>
    </p:spTree>
    <p:extLst>
      <p:ext uri="{BB962C8B-B14F-4D97-AF65-F5344CB8AC3E}">
        <p14:creationId xmlns:p14="http://schemas.microsoft.com/office/powerpoint/2010/main" val="1715686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1673" y="2701801"/>
            <a:ext cx="5029200" cy="1200329"/>
          </a:xfrm>
          <a:prstGeom prst="rect">
            <a:avLst/>
          </a:prstGeom>
          <a:noFill/>
        </p:spPr>
        <p:txBody>
          <a:bodyPr wrap="square" rtlCol="0">
            <a:spAutoFit/>
          </a:bodyPr>
          <a:lstStyle/>
          <a:p>
            <a:pPr algn="ctr"/>
            <a:r>
              <a:rPr lang="en-US" sz="7200" b="1" dirty="0">
                <a:latin typeface="Century" panose="02040604050505020304" pitchFamily="18" charset="0"/>
              </a:rPr>
              <a:t>Thank you</a:t>
            </a:r>
          </a:p>
        </p:txBody>
      </p:sp>
      <p:sp>
        <p:nvSpPr>
          <p:cNvPr id="4" name="Rectangle 3"/>
          <p:cNvSpPr/>
          <p:nvPr/>
        </p:nvSpPr>
        <p:spPr>
          <a:xfrm>
            <a:off x="506436"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928467"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1350498" y="372501"/>
            <a:ext cx="309489" cy="56270"/>
          </a:xfrm>
          <a:prstGeom prst="rect">
            <a:avLst/>
          </a:prstGeom>
          <a:solidFill>
            <a:srgbClr val="556A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8386A9B-1C1D-429E-8868-6E31CF9A4D3C}"/>
              </a:ext>
            </a:extLst>
          </p:cNvPr>
          <p:cNvSpPr txBox="1"/>
          <p:nvPr/>
        </p:nvSpPr>
        <p:spPr>
          <a:xfrm>
            <a:off x="3863340" y="3429000"/>
            <a:ext cx="1450135" cy="1268477"/>
          </a:xfrm>
          <a:prstGeom prst="rect">
            <a:avLst/>
          </a:prstGeom>
          <a:noFill/>
        </p:spPr>
        <p:txBody>
          <a:bodyPr wrap="square" rtlCol="0">
            <a:spAutoFit/>
          </a:bodyPr>
          <a:lstStyle/>
          <a:p>
            <a:endParaRPr lang="en-GB" dirty="0"/>
          </a:p>
        </p:txBody>
      </p:sp>
      <p:sp>
        <p:nvSpPr>
          <p:cNvPr id="32" name="TextBox 31">
            <a:extLst>
              <a:ext uri="{FF2B5EF4-FFF2-40B4-BE49-F238E27FC236}">
                <a16:creationId xmlns:a16="http://schemas.microsoft.com/office/drawing/2014/main" id="{08386A9B-1C1D-429E-8868-6E31CF9A4D3C}"/>
              </a:ext>
            </a:extLst>
          </p:cNvPr>
          <p:cNvSpPr txBox="1"/>
          <p:nvPr/>
        </p:nvSpPr>
        <p:spPr>
          <a:xfrm>
            <a:off x="9954985" y="3267892"/>
            <a:ext cx="1450135" cy="1268477"/>
          </a:xfrm>
          <a:prstGeom prst="rect">
            <a:avLst/>
          </a:prstGeom>
          <a:noFill/>
        </p:spPr>
        <p:txBody>
          <a:bodyPr wrap="square" rtlCol="0">
            <a:spAutoFit/>
          </a:bodyPr>
          <a:lstStyle/>
          <a:p>
            <a:endParaRPr lang="en-GB" dirty="0"/>
          </a:p>
        </p:txBody>
      </p:sp>
    </p:spTree>
    <p:extLst>
      <p:ext uri="{BB962C8B-B14F-4D97-AF65-F5344CB8AC3E}">
        <p14:creationId xmlns:p14="http://schemas.microsoft.com/office/powerpoint/2010/main" val="1249606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8616</TotalTime>
  <Words>1154</Words>
  <Application>Microsoft Office PowerPoint</Application>
  <PresentationFormat>Widescreen</PresentationFormat>
  <Paragraphs>289</Paragraphs>
  <Slides>25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Calibri Light</vt:lpstr>
      <vt:lpstr>Century</vt:lpstr>
      <vt:lpstr>Georgia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 Yusuf</dc:creator>
  <cp:lastModifiedBy>Ahmed Alhamdani</cp:lastModifiedBy>
  <cp:revision>422</cp:revision>
  <dcterms:created xsi:type="dcterms:W3CDTF">2018-03-11T16:51:05Z</dcterms:created>
  <dcterms:modified xsi:type="dcterms:W3CDTF">2019-09-20T20:02:49Z</dcterms:modified>
</cp:coreProperties>
</file>