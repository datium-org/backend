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96" r:id="rId2"/>
    <p:sldId id="322" r:id="rId3"/>
    <p:sldId id="326" r:id="rId4"/>
    <p:sldId id="327" r:id="rId5"/>
    <p:sldId id="323" r:id="rId6"/>
    <p:sldId id="328" r:id="rId7"/>
    <p:sldId id="329" r:id="rId8"/>
    <p:sldId id="347" r:id="rId9"/>
    <p:sldId id="344" r:id="rId10"/>
    <p:sldId id="339" r:id="rId11"/>
    <p:sldId id="340" r:id="rId12"/>
    <p:sldId id="346" r:id="rId13"/>
    <p:sldId id="345" r:id="rId14"/>
    <p:sldId id="341"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Alhamdani" initials="AA" lastIdx="1" clrIdx="0">
    <p:extLst>
      <p:ext uri="{19B8F6BF-5375-455C-9EA6-DF929625EA0E}">
        <p15:presenceInfo xmlns:p15="http://schemas.microsoft.com/office/powerpoint/2012/main" userId="940310aae173dcc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87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3867" autoAdjust="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C032BF-2B72-4861-B138-9D8E5F1FEDDE}" type="doc">
      <dgm:prSet loTypeId="urn:microsoft.com/office/officeart/2016/7/layout/ChevronBlockProcess" loCatId="process" qsTypeId="urn:microsoft.com/office/officeart/2005/8/quickstyle/simple1" qsCatId="simple" csTypeId="urn:microsoft.com/office/officeart/2005/8/colors/colorful5" csCatId="colorful" phldr="1"/>
      <dgm:spPr/>
      <dgm:t>
        <a:bodyPr/>
        <a:lstStyle/>
        <a:p>
          <a:endParaRPr lang="en-US"/>
        </a:p>
      </dgm:t>
    </dgm:pt>
    <dgm:pt modelId="{6AE9D813-4738-473A-9157-EF93446EAAC4}">
      <dgm:prSet custT="1"/>
      <dgm:spPr/>
      <dgm:t>
        <a:bodyPr/>
        <a:lstStyle/>
        <a:p>
          <a:r>
            <a:rPr lang="en-US" sz="2400" dirty="0"/>
            <a:t>Phase 1</a:t>
          </a:r>
        </a:p>
      </dgm:t>
    </dgm:pt>
    <dgm:pt modelId="{467266A2-C8F1-4B61-AD0F-A1F4ADCAFB1D}" type="parTrans" cxnId="{9E74615F-DC73-48BD-BE9F-C1D67ABFDD3E}">
      <dgm:prSet/>
      <dgm:spPr/>
      <dgm:t>
        <a:bodyPr/>
        <a:lstStyle/>
        <a:p>
          <a:endParaRPr lang="en-US"/>
        </a:p>
      </dgm:t>
    </dgm:pt>
    <dgm:pt modelId="{A9176595-6AD2-4403-A6FE-E5F17E76FB55}" type="sibTrans" cxnId="{9E74615F-DC73-48BD-BE9F-C1D67ABFDD3E}">
      <dgm:prSet/>
      <dgm:spPr/>
      <dgm:t>
        <a:bodyPr/>
        <a:lstStyle/>
        <a:p>
          <a:endParaRPr lang="en-US"/>
        </a:p>
      </dgm:t>
    </dgm:pt>
    <dgm:pt modelId="{B6EFAF28-D8A0-421B-B405-54AE26871F02}">
      <dgm:prSet custT="1"/>
      <dgm:spPr/>
      <dgm:t>
        <a:bodyPr/>
        <a:lstStyle/>
        <a:p>
          <a:pPr>
            <a:buNone/>
          </a:pPr>
          <a:r>
            <a:rPr lang="en-US" sz="1600" b="1" dirty="0"/>
            <a:t>Blending</a:t>
          </a:r>
        </a:p>
      </dgm:t>
    </dgm:pt>
    <dgm:pt modelId="{CBC86211-5A9B-44B5-A88C-55D033C83551}" type="parTrans" cxnId="{E4045A3A-D1B4-43D9-ADB3-6A05D8C7F42D}">
      <dgm:prSet/>
      <dgm:spPr/>
      <dgm:t>
        <a:bodyPr/>
        <a:lstStyle/>
        <a:p>
          <a:endParaRPr lang="en-US"/>
        </a:p>
      </dgm:t>
    </dgm:pt>
    <dgm:pt modelId="{BD820CAF-877F-4654-9216-79AA0EA61437}" type="sibTrans" cxnId="{E4045A3A-D1B4-43D9-ADB3-6A05D8C7F42D}">
      <dgm:prSet/>
      <dgm:spPr/>
      <dgm:t>
        <a:bodyPr/>
        <a:lstStyle/>
        <a:p>
          <a:endParaRPr lang="en-US"/>
        </a:p>
      </dgm:t>
    </dgm:pt>
    <dgm:pt modelId="{3330350B-B7BB-41E0-B549-4BD274E6E026}">
      <dgm:prSet custT="1"/>
      <dgm:spPr/>
      <dgm:t>
        <a:bodyPr/>
        <a:lstStyle/>
        <a:p>
          <a:pPr>
            <a:buFont typeface="Wingdings" panose="05000000000000000000" pitchFamily="2" charset="2"/>
            <a:buChar char="§"/>
          </a:pPr>
          <a:r>
            <a:rPr lang="en-US" sz="1400" dirty="0"/>
            <a:t>Chemical mixing</a:t>
          </a:r>
        </a:p>
      </dgm:t>
    </dgm:pt>
    <dgm:pt modelId="{FA68060A-C06A-4FBF-AEA4-AF864ABFE4A8}" type="parTrans" cxnId="{E75E9258-30BA-4FEA-BD76-596D00A6F9F9}">
      <dgm:prSet/>
      <dgm:spPr/>
      <dgm:t>
        <a:bodyPr/>
        <a:lstStyle/>
        <a:p>
          <a:endParaRPr lang="en-US"/>
        </a:p>
      </dgm:t>
    </dgm:pt>
    <dgm:pt modelId="{2ABB79C1-473D-40DB-9EE9-408A15E0A8A0}" type="sibTrans" cxnId="{E75E9258-30BA-4FEA-BD76-596D00A6F9F9}">
      <dgm:prSet/>
      <dgm:spPr/>
      <dgm:t>
        <a:bodyPr/>
        <a:lstStyle/>
        <a:p>
          <a:endParaRPr lang="en-US"/>
        </a:p>
      </dgm:t>
    </dgm:pt>
    <dgm:pt modelId="{B392E7DF-690D-4F2D-9909-29D7A8FBE9BC}">
      <dgm:prSet custT="1"/>
      <dgm:spPr/>
      <dgm:t>
        <a:bodyPr/>
        <a:lstStyle/>
        <a:p>
          <a:pPr>
            <a:buFont typeface="Wingdings" panose="05000000000000000000" pitchFamily="2" charset="2"/>
            <a:buChar char="§"/>
          </a:pPr>
          <a:r>
            <a:rPr lang="en-US" sz="1400" dirty="0"/>
            <a:t>Dispersions &amp; Emulsions</a:t>
          </a:r>
        </a:p>
      </dgm:t>
    </dgm:pt>
    <dgm:pt modelId="{B3F573B1-18E0-447D-91D9-E971D0D5448D}" type="parTrans" cxnId="{5E46EE79-D800-4F80-A646-2D01CFD9BB03}">
      <dgm:prSet/>
      <dgm:spPr/>
      <dgm:t>
        <a:bodyPr/>
        <a:lstStyle/>
        <a:p>
          <a:endParaRPr lang="en-US"/>
        </a:p>
      </dgm:t>
    </dgm:pt>
    <dgm:pt modelId="{F3C0D7C7-6427-46F1-95E6-6FA526B87EDB}" type="sibTrans" cxnId="{5E46EE79-D800-4F80-A646-2D01CFD9BB03}">
      <dgm:prSet/>
      <dgm:spPr/>
      <dgm:t>
        <a:bodyPr/>
        <a:lstStyle/>
        <a:p>
          <a:endParaRPr lang="en-US"/>
        </a:p>
      </dgm:t>
    </dgm:pt>
    <dgm:pt modelId="{E63DBE19-12CC-4078-A525-78F334FE93EF}">
      <dgm:prSet custT="1"/>
      <dgm:spPr/>
      <dgm:t>
        <a:bodyPr/>
        <a:lstStyle/>
        <a:p>
          <a:pPr>
            <a:buFont typeface="Wingdings" panose="05000000000000000000" pitchFamily="2" charset="2"/>
            <a:buChar char="§"/>
          </a:pPr>
          <a:r>
            <a:rPr lang="en-US" sz="1400" dirty="0"/>
            <a:t>Focus on Production chemicals &amp; Drilling Products</a:t>
          </a:r>
        </a:p>
      </dgm:t>
    </dgm:pt>
    <dgm:pt modelId="{639E6060-E965-46A2-8CE9-FABE27EBB8E4}" type="parTrans" cxnId="{E0FD4A5D-95C7-4B68-BC95-7AB1A8044F7C}">
      <dgm:prSet/>
      <dgm:spPr/>
      <dgm:t>
        <a:bodyPr/>
        <a:lstStyle/>
        <a:p>
          <a:endParaRPr lang="en-US"/>
        </a:p>
      </dgm:t>
    </dgm:pt>
    <dgm:pt modelId="{4A10033B-FAE5-4219-B699-51357BDE5130}" type="sibTrans" cxnId="{E0FD4A5D-95C7-4B68-BC95-7AB1A8044F7C}">
      <dgm:prSet/>
      <dgm:spPr/>
      <dgm:t>
        <a:bodyPr/>
        <a:lstStyle/>
        <a:p>
          <a:endParaRPr lang="en-US"/>
        </a:p>
      </dgm:t>
    </dgm:pt>
    <dgm:pt modelId="{3B806142-72DC-430E-8C65-D5406728925C}">
      <dgm:prSet custT="1"/>
      <dgm:spPr/>
      <dgm:t>
        <a:bodyPr/>
        <a:lstStyle/>
        <a:p>
          <a:pPr>
            <a:buFont typeface="Wingdings" panose="05000000000000000000" pitchFamily="2" charset="2"/>
            <a:buChar char="§"/>
          </a:pPr>
          <a:r>
            <a:rPr lang="en-US" sz="1400" dirty="0"/>
            <a:t>Analytical capabilities and product customization</a:t>
          </a:r>
        </a:p>
      </dgm:t>
    </dgm:pt>
    <dgm:pt modelId="{EB8C4CD4-6E0B-4F49-8EAE-137CAC39D546}" type="parTrans" cxnId="{ADC3572C-3907-4741-801D-73E46D1572E5}">
      <dgm:prSet/>
      <dgm:spPr/>
      <dgm:t>
        <a:bodyPr/>
        <a:lstStyle/>
        <a:p>
          <a:endParaRPr lang="en-US"/>
        </a:p>
      </dgm:t>
    </dgm:pt>
    <dgm:pt modelId="{C0D38F87-0035-4399-A4E5-D2C6FDD69AA9}" type="sibTrans" cxnId="{ADC3572C-3907-4741-801D-73E46D1572E5}">
      <dgm:prSet/>
      <dgm:spPr/>
      <dgm:t>
        <a:bodyPr/>
        <a:lstStyle/>
        <a:p>
          <a:endParaRPr lang="en-US"/>
        </a:p>
      </dgm:t>
    </dgm:pt>
    <dgm:pt modelId="{89E3AA66-F423-444C-9C4D-AC22E65FEBF1}">
      <dgm:prSet custT="1"/>
      <dgm:spPr/>
      <dgm:t>
        <a:bodyPr/>
        <a:lstStyle/>
        <a:p>
          <a:r>
            <a:rPr lang="en-US" sz="2400" dirty="0"/>
            <a:t>Phase 2</a:t>
          </a:r>
        </a:p>
      </dgm:t>
    </dgm:pt>
    <dgm:pt modelId="{AA56B454-ED0C-4A5C-AFB3-45ED72053222}" type="parTrans" cxnId="{2F73452F-EF74-4765-A4B4-FB797EA857C3}">
      <dgm:prSet/>
      <dgm:spPr/>
      <dgm:t>
        <a:bodyPr/>
        <a:lstStyle/>
        <a:p>
          <a:endParaRPr lang="en-US"/>
        </a:p>
      </dgm:t>
    </dgm:pt>
    <dgm:pt modelId="{057561CC-85CA-4A0F-B160-F5E06648791D}" type="sibTrans" cxnId="{2F73452F-EF74-4765-A4B4-FB797EA857C3}">
      <dgm:prSet/>
      <dgm:spPr/>
      <dgm:t>
        <a:bodyPr/>
        <a:lstStyle/>
        <a:p>
          <a:endParaRPr lang="en-US"/>
        </a:p>
      </dgm:t>
    </dgm:pt>
    <dgm:pt modelId="{52E4E355-F5C7-4367-A004-D99C8F1A234D}">
      <dgm:prSet custT="1"/>
      <dgm:spPr/>
      <dgm:t>
        <a:bodyPr/>
        <a:lstStyle/>
        <a:p>
          <a:pPr>
            <a:buNone/>
          </a:pPr>
          <a:r>
            <a:rPr lang="en-US" sz="1600" b="1" dirty="0"/>
            <a:t>Blending and Chemical Reactions </a:t>
          </a:r>
        </a:p>
      </dgm:t>
    </dgm:pt>
    <dgm:pt modelId="{A452776F-F6C0-400E-B141-08FB6749DEC0}" type="parTrans" cxnId="{1D2641EA-06B6-4CC4-9A71-5359B6CD1104}">
      <dgm:prSet/>
      <dgm:spPr/>
      <dgm:t>
        <a:bodyPr/>
        <a:lstStyle/>
        <a:p>
          <a:endParaRPr lang="en-US"/>
        </a:p>
      </dgm:t>
    </dgm:pt>
    <dgm:pt modelId="{7AF0B760-E9FC-4E06-A6EA-08EBFE858CC4}" type="sibTrans" cxnId="{1D2641EA-06B6-4CC4-9A71-5359B6CD1104}">
      <dgm:prSet/>
      <dgm:spPr/>
      <dgm:t>
        <a:bodyPr/>
        <a:lstStyle/>
        <a:p>
          <a:endParaRPr lang="en-US"/>
        </a:p>
      </dgm:t>
    </dgm:pt>
    <dgm:pt modelId="{45A5E198-79EF-41DD-B672-1B9E87F6AA25}">
      <dgm:prSet custT="1"/>
      <dgm:spPr/>
      <dgm:t>
        <a:bodyPr/>
        <a:lstStyle/>
        <a:p>
          <a:pPr>
            <a:buFont typeface="Wingdings" panose="05000000000000000000" pitchFamily="2" charset="2"/>
            <a:buChar char="§"/>
          </a:pPr>
          <a:r>
            <a:rPr lang="en-US" sz="1400" dirty="0"/>
            <a:t>Creating new molecular entities through chemical reactions of gaseous, liquid or solid raw materials</a:t>
          </a:r>
        </a:p>
      </dgm:t>
    </dgm:pt>
    <dgm:pt modelId="{7F1D2FD0-7899-4752-8E26-9F5EE9856562}" type="parTrans" cxnId="{C9E7F04E-C467-4A34-994B-DBD735139257}">
      <dgm:prSet/>
      <dgm:spPr/>
      <dgm:t>
        <a:bodyPr/>
        <a:lstStyle/>
        <a:p>
          <a:endParaRPr lang="en-US"/>
        </a:p>
      </dgm:t>
    </dgm:pt>
    <dgm:pt modelId="{DE7EAB16-969E-407B-95F1-5958E9C9E484}" type="sibTrans" cxnId="{C9E7F04E-C467-4A34-994B-DBD735139257}">
      <dgm:prSet/>
      <dgm:spPr/>
      <dgm:t>
        <a:bodyPr/>
        <a:lstStyle/>
        <a:p>
          <a:endParaRPr lang="en-US"/>
        </a:p>
      </dgm:t>
    </dgm:pt>
    <dgm:pt modelId="{61D285CF-15C8-4584-863E-808CCCF49B1E}">
      <dgm:prSet custT="1"/>
      <dgm:spPr/>
      <dgm:t>
        <a:bodyPr/>
        <a:lstStyle/>
        <a:p>
          <a:pPr>
            <a:buFont typeface="Wingdings" panose="05000000000000000000" pitchFamily="2" charset="2"/>
            <a:buChar char="§"/>
          </a:pPr>
          <a:r>
            <a:rPr lang="en-US" sz="1400" dirty="0"/>
            <a:t>Advance analytical capabilities</a:t>
          </a:r>
        </a:p>
      </dgm:t>
    </dgm:pt>
    <dgm:pt modelId="{A9A9B355-9C4C-467C-8DD7-C40F81D0A7DB}" type="parTrans" cxnId="{935648C2-1419-45BC-9A03-D6110F4930D9}">
      <dgm:prSet/>
      <dgm:spPr/>
      <dgm:t>
        <a:bodyPr/>
        <a:lstStyle/>
        <a:p>
          <a:endParaRPr lang="en-US"/>
        </a:p>
      </dgm:t>
    </dgm:pt>
    <dgm:pt modelId="{107C1894-ABF2-402A-9B2A-BC87BC423D0A}" type="sibTrans" cxnId="{935648C2-1419-45BC-9A03-D6110F4930D9}">
      <dgm:prSet/>
      <dgm:spPr/>
      <dgm:t>
        <a:bodyPr/>
        <a:lstStyle/>
        <a:p>
          <a:endParaRPr lang="en-US"/>
        </a:p>
      </dgm:t>
    </dgm:pt>
    <dgm:pt modelId="{F6AB90DB-A5CF-4DAD-A1E2-A7BF2EB4FEE5}">
      <dgm:prSet custT="1"/>
      <dgm:spPr/>
      <dgm:t>
        <a:bodyPr/>
        <a:lstStyle/>
        <a:p>
          <a:r>
            <a:rPr lang="en-US" sz="2400" dirty="0"/>
            <a:t>Phase 3</a:t>
          </a:r>
        </a:p>
      </dgm:t>
    </dgm:pt>
    <dgm:pt modelId="{BCF70657-B697-488E-9E91-F8606D5C2F5F}" type="parTrans" cxnId="{9FB1D571-B785-4FD3-A2E9-7C7EBDB13B5A}">
      <dgm:prSet/>
      <dgm:spPr/>
      <dgm:t>
        <a:bodyPr/>
        <a:lstStyle/>
        <a:p>
          <a:endParaRPr lang="en-US"/>
        </a:p>
      </dgm:t>
    </dgm:pt>
    <dgm:pt modelId="{2AD6A44E-7618-41BC-8588-D2EC62E0005E}" type="sibTrans" cxnId="{9FB1D571-B785-4FD3-A2E9-7C7EBDB13B5A}">
      <dgm:prSet/>
      <dgm:spPr/>
      <dgm:t>
        <a:bodyPr/>
        <a:lstStyle/>
        <a:p>
          <a:endParaRPr lang="en-US"/>
        </a:p>
      </dgm:t>
    </dgm:pt>
    <dgm:pt modelId="{B3D9586E-E903-4F94-B7E0-698C237381F7}">
      <dgm:prSet custT="1"/>
      <dgm:spPr/>
      <dgm:t>
        <a:bodyPr/>
        <a:lstStyle/>
        <a:p>
          <a:pPr>
            <a:buNone/>
          </a:pPr>
          <a:r>
            <a:rPr lang="en-US" sz="1600" b="1" dirty="0"/>
            <a:t>Product Development</a:t>
          </a:r>
        </a:p>
      </dgm:t>
    </dgm:pt>
    <dgm:pt modelId="{1018E1BB-9986-4E2D-B89E-37D203A8929E}" type="parTrans" cxnId="{C5BE697B-ADB9-4DD7-B318-8CEE08AA0779}">
      <dgm:prSet/>
      <dgm:spPr/>
      <dgm:t>
        <a:bodyPr/>
        <a:lstStyle/>
        <a:p>
          <a:endParaRPr lang="en-US"/>
        </a:p>
      </dgm:t>
    </dgm:pt>
    <dgm:pt modelId="{28142AF0-FEFF-4B6A-9917-A88EA9ABE80C}" type="sibTrans" cxnId="{C5BE697B-ADB9-4DD7-B318-8CEE08AA0779}">
      <dgm:prSet/>
      <dgm:spPr/>
      <dgm:t>
        <a:bodyPr/>
        <a:lstStyle/>
        <a:p>
          <a:endParaRPr lang="en-US"/>
        </a:p>
      </dgm:t>
    </dgm:pt>
    <dgm:pt modelId="{1ED32AB8-F01B-4BF2-AD10-BB2899738668}">
      <dgm:prSet custT="1"/>
      <dgm:spPr/>
      <dgm:t>
        <a:bodyPr/>
        <a:lstStyle/>
        <a:p>
          <a:pPr>
            <a:buFont typeface="Wingdings" panose="05000000000000000000" pitchFamily="2" charset="2"/>
            <a:buChar char="§"/>
          </a:pPr>
          <a:r>
            <a:rPr lang="en-US" sz="1400" dirty="0"/>
            <a:t>Synthesis and process development</a:t>
          </a:r>
        </a:p>
      </dgm:t>
    </dgm:pt>
    <dgm:pt modelId="{7F06BC00-F824-4BB2-BCA2-1D65039E89FE}" type="parTrans" cxnId="{71561C32-610D-45C6-93F5-4F8EAC4B3318}">
      <dgm:prSet/>
      <dgm:spPr/>
      <dgm:t>
        <a:bodyPr/>
        <a:lstStyle/>
        <a:p>
          <a:endParaRPr lang="en-US"/>
        </a:p>
      </dgm:t>
    </dgm:pt>
    <dgm:pt modelId="{05CF88B4-A740-430B-BCC4-AFED4C0F7390}" type="sibTrans" cxnId="{71561C32-610D-45C6-93F5-4F8EAC4B3318}">
      <dgm:prSet/>
      <dgm:spPr/>
      <dgm:t>
        <a:bodyPr/>
        <a:lstStyle/>
        <a:p>
          <a:endParaRPr lang="en-US"/>
        </a:p>
      </dgm:t>
    </dgm:pt>
    <dgm:pt modelId="{E93F1101-7756-4A9F-9B38-0CE5F7F00E03}">
      <dgm:prSet custT="1"/>
      <dgm:spPr/>
      <dgm:t>
        <a:bodyPr/>
        <a:lstStyle/>
        <a:p>
          <a:pPr>
            <a:buFont typeface="Wingdings" panose="05000000000000000000" pitchFamily="2" charset="2"/>
            <a:buChar char="§"/>
          </a:pPr>
          <a:r>
            <a:rPr lang="en-US" sz="1400" dirty="0"/>
            <a:t>Applications testing lab</a:t>
          </a:r>
        </a:p>
      </dgm:t>
    </dgm:pt>
    <dgm:pt modelId="{B95B9A23-3C67-4074-B850-92B8BC05AF5A}" type="parTrans" cxnId="{1A148DB8-EF07-4280-AE36-C252EA5B5650}">
      <dgm:prSet/>
      <dgm:spPr/>
      <dgm:t>
        <a:bodyPr/>
        <a:lstStyle/>
        <a:p>
          <a:endParaRPr lang="en-US"/>
        </a:p>
      </dgm:t>
    </dgm:pt>
    <dgm:pt modelId="{7CAFA1E8-7407-4D95-87C8-52EE9EE23F72}" type="sibTrans" cxnId="{1A148DB8-EF07-4280-AE36-C252EA5B5650}">
      <dgm:prSet/>
      <dgm:spPr/>
      <dgm:t>
        <a:bodyPr/>
        <a:lstStyle/>
        <a:p>
          <a:endParaRPr lang="en-US"/>
        </a:p>
      </dgm:t>
    </dgm:pt>
    <dgm:pt modelId="{23B5CD89-B7F3-462E-9EEF-06EE5F8FF543}">
      <dgm:prSet custT="1"/>
      <dgm:spPr/>
      <dgm:t>
        <a:bodyPr/>
        <a:lstStyle/>
        <a:p>
          <a:pPr>
            <a:buFont typeface="Wingdings" panose="05000000000000000000" pitchFamily="2" charset="2"/>
            <a:buChar char="§"/>
          </a:pPr>
          <a:r>
            <a:rPr lang="en-US" sz="1400" dirty="0"/>
            <a:t>Scale up and pilot plant facilities</a:t>
          </a:r>
        </a:p>
      </dgm:t>
    </dgm:pt>
    <dgm:pt modelId="{DA42DCC7-4E15-4E9F-8B27-4F616EA18091}" type="parTrans" cxnId="{24871BEC-7499-4420-9214-8629403513D0}">
      <dgm:prSet/>
      <dgm:spPr/>
      <dgm:t>
        <a:bodyPr/>
        <a:lstStyle/>
        <a:p>
          <a:endParaRPr lang="en-US"/>
        </a:p>
      </dgm:t>
    </dgm:pt>
    <dgm:pt modelId="{945123AF-A7E2-436E-8C41-83FCDF70D1DC}" type="sibTrans" cxnId="{24871BEC-7499-4420-9214-8629403513D0}">
      <dgm:prSet/>
      <dgm:spPr/>
      <dgm:t>
        <a:bodyPr/>
        <a:lstStyle/>
        <a:p>
          <a:endParaRPr lang="en-US"/>
        </a:p>
      </dgm:t>
    </dgm:pt>
    <dgm:pt modelId="{7CF40C83-E7C8-4CC8-9ABA-5F2A90A7FDDC}" type="pres">
      <dgm:prSet presAssocID="{02C032BF-2B72-4861-B138-9D8E5F1FEDDE}" presName="Name0" presStyleCnt="0">
        <dgm:presLayoutVars>
          <dgm:dir/>
          <dgm:animLvl val="lvl"/>
          <dgm:resizeHandles val="exact"/>
        </dgm:presLayoutVars>
      </dgm:prSet>
      <dgm:spPr/>
    </dgm:pt>
    <dgm:pt modelId="{E0BC396A-BDB5-4659-B344-AB8B38BEF4B5}" type="pres">
      <dgm:prSet presAssocID="{6AE9D813-4738-473A-9157-EF93446EAAC4}" presName="composite" presStyleCnt="0"/>
      <dgm:spPr/>
    </dgm:pt>
    <dgm:pt modelId="{A3207267-C849-43BF-9007-96DEB85F8940}" type="pres">
      <dgm:prSet presAssocID="{6AE9D813-4738-473A-9157-EF93446EAAC4}" presName="parTx" presStyleLbl="alignNode1" presStyleIdx="0" presStyleCnt="3">
        <dgm:presLayoutVars>
          <dgm:chMax val="0"/>
          <dgm:chPref val="0"/>
        </dgm:presLayoutVars>
      </dgm:prSet>
      <dgm:spPr/>
    </dgm:pt>
    <dgm:pt modelId="{9F729971-CB9A-4FD1-AD1D-33529A87876A}" type="pres">
      <dgm:prSet presAssocID="{6AE9D813-4738-473A-9157-EF93446EAAC4}" presName="desTx" presStyleLbl="alignAccFollowNode1" presStyleIdx="0" presStyleCnt="3">
        <dgm:presLayoutVars/>
      </dgm:prSet>
      <dgm:spPr/>
    </dgm:pt>
    <dgm:pt modelId="{9F6563E2-F237-4D92-B4C4-5B77BB2E5221}" type="pres">
      <dgm:prSet presAssocID="{A9176595-6AD2-4403-A6FE-E5F17E76FB55}" presName="space" presStyleCnt="0"/>
      <dgm:spPr/>
    </dgm:pt>
    <dgm:pt modelId="{D65DFD8E-5DDA-4E04-9C09-90CCBE09514A}" type="pres">
      <dgm:prSet presAssocID="{89E3AA66-F423-444C-9C4D-AC22E65FEBF1}" presName="composite" presStyleCnt="0"/>
      <dgm:spPr/>
    </dgm:pt>
    <dgm:pt modelId="{AD0852B2-8724-47BF-AAB1-C98848C112AF}" type="pres">
      <dgm:prSet presAssocID="{89E3AA66-F423-444C-9C4D-AC22E65FEBF1}" presName="parTx" presStyleLbl="alignNode1" presStyleIdx="1" presStyleCnt="3">
        <dgm:presLayoutVars>
          <dgm:chMax val="0"/>
          <dgm:chPref val="0"/>
        </dgm:presLayoutVars>
      </dgm:prSet>
      <dgm:spPr/>
    </dgm:pt>
    <dgm:pt modelId="{1DF57555-8BCB-4815-BC5A-E2ED9377E6EF}" type="pres">
      <dgm:prSet presAssocID="{89E3AA66-F423-444C-9C4D-AC22E65FEBF1}" presName="desTx" presStyleLbl="alignAccFollowNode1" presStyleIdx="1" presStyleCnt="3">
        <dgm:presLayoutVars/>
      </dgm:prSet>
      <dgm:spPr/>
    </dgm:pt>
    <dgm:pt modelId="{899883D2-45F3-4385-A815-241463E1C483}" type="pres">
      <dgm:prSet presAssocID="{057561CC-85CA-4A0F-B160-F5E06648791D}" presName="space" presStyleCnt="0"/>
      <dgm:spPr/>
    </dgm:pt>
    <dgm:pt modelId="{041FD7BD-8E25-4BC4-BC61-7A6DA25C0647}" type="pres">
      <dgm:prSet presAssocID="{F6AB90DB-A5CF-4DAD-A1E2-A7BF2EB4FEE5}" presName="composite" presStyleCnt="0"/>
      <dgm:spPr/>
    </dgm:pt>
    <dgm:pt modelId="{D7FCE641-3744-41AD-9C1D-098088738380}" type="pres">
      <dgm:prSet presAssocID="{F6AB90DB-A5CF-4DAD-A1E2-A7BF2EB4FEE5}" presName="parTx" presStyleLbl="alignNode1" presStyleIdx="2" presStyleCnt="3">
        <dgm:presLayoutVars>
          <dgm:chMax val="0"/>
          <dgm:chPref val="0"/>
        </dgm:presLayoutVars>
      </dgm:prSet>
      <dgm:spPr/>
    </dgm:pt>
    <dgm:pt modelId="{B4B9D8A5-E63B-4B2F-A796-7402416000C2}" type="pres">
      <dgm:prSet presAssocID="{F6AB90DB-A5CF-4DAD-A1E2-A7BF2EB4FEE5}" presName="desTx" presStyleLbl="alignAccFollowNode1" presStyleIdx="2" presStyleCnt="3">
        <dgm:presLayoutVars/>
      </dgm:prSet>
      <dgm:spPr/>
    </dgm:pt>
  </dgm:ptLst>
  <dgm:cxnLst>
    <dgm:cxn modelId="{2E02A702-77C9-47C4-8E70-938F140C624E}" type="presOf" srcId="{61D285CF-15C8-4584-863E-808CCCF49B1E}" destId="{1DF57555-8BCB-4815-BC5A-E2ED9377E6EF}" srcOrd="0" destOrd="2" presId="urn:microsoft.com/office/officeart/2016/7/layout/ChevronBlockProcess"/>
    <dgm:cxn modelId="{AF35421C-2057-433E-B243-32C717571353}" type="presOf" srcId="{23B5CD89-B7F3-462E-9EEF-06EE5F8FF543}" destId="{B4B9D8A5-E63B-4B2F-A796-7402416000C2}" srcOrd="0" destOrd="3" presId="urn:microsoft.com/office/officeart/2016/7/layout/ChevronBlockProcess"/>
    <dgm:cxn modelId="{3F7D901E-DBF0-43F6-BB75-D1833368F084}" type="presOf" srcId="{F6AB90DB-A5CF-4DAD-A1E2-A7BF2EB4FEE5}" destId="{D7FCE641-3744-41AD-9C1D-098088738380}" srcOrd="0" destOrd="0" presId="urn:microsoft.com/office/officeart/2016/7/layout/ChevronBlockProcess"/>
    <dgm:cxn modelId="{ADC3572C-3907-4741-801D-73E46D1572E5}" srcId="{B6EFAF28-D8A0-421B-B405-54AE26871F02}" destId="{3B806142-72DC-430E-8C65-D5406728925C}" srcOrd="3" destOrd="0" parTransId="{EB8C4CD4-6E0B-4F49-8EAE-137CAC39D546}" sibTransId="{C0D38F87-0035-4399-A4E5-D2C6FDD69AA9}"/>
    <dgm:cxn modelId="{2F73452F-EF74-4765-A4B4-FB797EA857C3}" srcId="{02C032BF-2B72-4861-B138-9D8E5F1FEDDE}" destId="{89E3AA66-F423-444C-9C4D-AC22E65FEBF1}" srcOrd="1" destOrd="0" parTransId="{AA56B454-ED0C-4A5C-AFB3-45ED72053222}" sibTransId="{057561CC-85CA-4A0F-B160-F5E06648791D}"/>
    <dgm:cxn modelId="{71561C32-610D-45C6-93F5-4F8EAC4B3318}" srcId="{B3D9586E-E903-4F94-B7E0-698C237381F7}" destId="{1ED32AB8-F01B-4BF2-AD10-BB2899738668}" srcOrd="0" destOrd="0" parTransId="{7F06BC00-F824-4BB2-BCA2-1D65039E89FE}" sibTransId="{05CF88B4-A740-430B-BCC4-AFED4C0F7390}"/>
    <dgm:cxn modelId="{8C4FA234-EE02-4BFC-BA03-8A4344F25B94}" type="presOf" srcId="{B3D9586E-E903-4F94-B7E0-698C237381F7}" destId="{B4B9D8A5-E63B-4B2F-A796-7402416000C2}" srcOrd="0" destOrd="0" presId="urn:microsoft.com/office/officeart/2016/7/layout/ChevronBlockProcess"/>
    <dgm:cxn modelId="{E4045A3A-D1B4-43D9-ADB3-6A05D8C7F42D}" srcId="{6AE9D813-4738-473A-9157-EF93446EAAC4}" destId="{B6EFAF28-D8A0-421B-B405-54AE26871F02}" srcOrd="0" destOrd="0" parTransId="{CBC86211-5A9B-44B5-A88C-55D033C83551}" sibTransId="{BD820CAF-877F-4654-9216-79AA0EA61437}"/>
    <dgm:cxn modelId="{E0FD4A5D-95C7-4B68-BC95-7AB1A8044F7C}" srcId="{B6EFAF28-D8A0-421B-B405-54AE26871F02}" destId="{E63DBE19-12CC-4078-A525-78F334FE93EF}" srcOrd="2" destOrd="0" parTransId="{639E6060-E965-46A2-8CE9-FABE27EBB8E4}" sibTransId="{4A10033B-FAE5-4219-B699-51357BDE5130}"/>
    <dgm:cxn modelId="{9E74615F-DC73-48BD-BE9F-C1D67ABFDD3E}" srcId="{02C032BF-2B72-4861-B138-9D8E5F1FEDDE}" destId="{6AE9D813-4738-473A-9157-EF93446EAAC4}" srcOrd="0" destOrd="0" parTransId="{467266A2-C8F1-4B61-AD0F-A1F4ADCAFB1D}" sibTransId="{A9176595-6AD2-4403-A6FE-E5F17E76FB55}"/>
    <dgm:cxn modelId="{C9E7F04E-C467-4A34-994B-DBD735139257}" srcId="{52E4E355-F5C7-4367-A004-D99C8F1A234D}" destId="{45A5E198-79EF-41DD-B672-1B9E87F6AA25}" srcOrd="0" destOrd="0" parTransId="{7F1D2FD0-7899-4752-8E26-9F5EE9856562}" sibTransId="{DE7EAB16-969E-407B-95F1-5958E9C9E484}"/>
    <dgm:cxn modelId="{9FB1D571-B785-4FD3-A2E9-7C7EBDB13B5A}" srcId="{02C032BF-2B72-4861-B138-9D8E5F1FEDDE}" destId="{F6AB90DB-A5CF-4DAD-A1E2-A7BF2EB4FEE5}" srcOrd="2" destOrd="0" parTransId="{BCF70657-B697-488E-9E91-F8606D5C2F5F}" sibTransId="{2AD6A44E-7618-41BC-8588-D2EC62E0005E}"/>
    <dgm:cxn modelId="{88C69C77-84B5-4D56-82E9-984A823E6871}" type="presOf" srcId="{E63DBE19-12CC-4078-A525-78F334FE93EF}" destId="{9F729971-CB9A-4FD1-AD1D-33529A87876A}" srcOrd="0" destOrd="3" presId="urn:microsoft.com/office/officeart/2016/7/layout/ChevronBlockProcess"/>
    <dgm:cxn modelId="{E75E9258-30BA-4FEA-BD76-596D00A6F9F9}" srcId="{B6EFAF28-D8A0-421B-B405-54AE26871F02}" destId="{3330350B-B7BB-41E0-B549-4BD274E6E026}" srcOrd="0" destOrd="0" parTransId="{FA68060A-C06A-4FBF-AEA4-AF864ABFE4A8}" sibTransId="{2ABB79C1-473D-40DB-9EE9-408A15E0A8A0}"/>
    <dgm:cxn modelId="{5E46EE79-D800-4F80-A646-2D01CFD9BB03}" srcId="{B6EFAF28-D8A0-421B-B405-54AE26871F02}" destId="{B392E7DF-690D-4F2D-9909-29D7A8FBE9BC}" srcOrd="1" destOrd="0" parTransId="{B3F573B1-18E0-447D-91D9-E971D0D5448D}" sibTransId="{F3C0D7C7-6427-46F1-95E6-6FA526B87EDB}"/>
    <dgm:cxn modelId="{EE77717A-4267-4876-90B7-DD8E48B750C8}" type="presOf" srcId="{E93F1101-7756-4A9F-9B38-0CE5F7F00E03}" destId="{B4B9D8A5-E63B-4B2F-A796-7402416000C2}" srcOrd="0" destOrd="2" presId="urn:microsoft.com/office/officeart/2016/7/layout/ChevronBlockProcess"/>
    <dgm:cxn modelId="{C5BE697B-ADB9-4DD7-B318-8CEE08AA0779}" srcId="{F6AB90DB-A5CF-4DAD-A1E2-A7BF2EB4FEE5}" destId="{B3D9586E-E903-4F94-B7E0-698C237381F7}" srcOrd="0" destOrd="0" parTransId="{1018E1BB-9986-4E2D-B89E-37D203A8929E}" sibTransId="{28142AF0-FEFF-4B6A-9917-A88EA9ABE80C}"/>
    <dgm:cxn modelId="{B14D1799-DBD1-4069-B984-43608BD56D5A}" type="presOf" srcId="{3B806142-72DC-430E-8C65-D5406728925C}" destId="{9F729971-CB9A-4FD1-AD1D-33529A87876A}" srcOrd="0" destOrd="4" presId="urn:microsoft.com/office/officeart/2016/7/layout/ChevronBlockProcess"/>
    <dgm:cxn modelId="{25351FAD-6A99-43F8-8846-8BA237C31527}" type="presOf" srcId="{52E4E355-F5C7-4367-A004-D99C8F1A234D}" destId="{1DF57555-8BCB-4815-BC5A-E2ED9377E6EF}" srcOrd="0" destOrd="0" presId="urn:microsoft.com/office/officeart/2016/7/layout/ChevronBlockProcess"/>
    <dgm:cxn modelId="{741D50AD-85CC-4F0C-A8FA-5766414B9017}" type="presOf" srcId="{45A5E198-79EF-41DD-B672-1B9E87F6AA25}" destId="{1DF57555-8BCB-4815-BC5A-E2ED9377E6EF}" srcOrd="0" destOrd="1" presId="urn:microsoft.com/office/officeart/2016/7/layout/ChevronBlockProcess"/>
    <dgm:cxn modelId="{500203B4-B935-4C9E-92EA-E6F465C4CAD7}" type="presOf" srcId="{B6EFAF28-D8A0-421B-B405-54AE26871F02}" destId="{9F729971-CB9A-4FD1-AD1D-33529A87876A}" srcOrd="0" destOrd="0" presId="urn:microsoft.com/office/officeart/2016/7/layout/ChevronBlockProcess"/>
    <dgm:cxn modelId="{1A148DB8-EF07-4280-AE36-C252EA5B5650}" srcId="{B3D9586E-E903-4F94-B7E0-698C237381F7}" destId="{E93F1101-7756-4A9F-9B38-0CE5F7F00E03}" srcOrd="1" destOrd="0" parTransId="{B95B9A23-3C67-4074-B850-92B8BC05AF5A}" sibTransId="{7CAFA1E8-7407-4D95-87C8-52EE9EE23F72}"/>
    <dgm:cxn modelId="{8EFF8CBC-9FEA-4BCF-8B58-D1AE88C3CA15}" type="presOf" srcId="{6AE9D813-4738-473A-9157-EF93446EAAC4}" destId="{A3207267-C849-43BF-9007-96DEB85F8940}" srcOrd="0" destOrd="0" presId="urn:microsoft.com/office/officeart/2016/7/layout/ChevronBlockProcess"/>
    <dgm:cxn modelId="{208247BD-9C4D-4AB7-AB61-871D24B2A8C5}" type="presOf" srcId="{02C032BF-2B72-4861-B138-9D8E5F1FEDDE}" destId="{7CF40C83-E7C8-4CC8-9ABA-5F2A90A7FDDC}" srcOrd="0" destOrd="0" presId="urn:microsoft.com/office/officeart/2016/7/layout/ChevronBlockProcess"/>
    <dgm:cxn modelId="{935648C2-1419-45BC-9A03-D6110F4930D9}" srcId="{52E4E355-F5C7-4367-A004-D99C8F1A234D}" destId="{61D285CF-15C8-4584-863E-808CCCF49B1E}" srcOrd="1" destOrd="0" parTransId="{A9A9B355-9C4C-467C-8DD7-C40F81D0A7DB}" sibTransId="{107C1894-ABF2-402A-9B2A-BC87BC423D0A}"/>
    <dgm:cxn modelId="{2560CEDA-625C-4C26-92F1-24E3111F8400}" type="presOf" srcId="{3330350B-B7BB-41E0-B549-4BD274E6E026}" destId="{9F729971-CB9A-4FD1-AD1D-33529A87876A}" srcOrd="0" destOrd="1" presId="urn:microsoft.com/office/officeart/2016/7/layout/ChevronBlockProcess"/>
    <dgm:cxn modelId="{8C8588DD-F95A-4094-B442-7FB555309523}" type="presOf" srcId="{1ED32AB8-F01B-4BF2-AD10-BB2899738668}" destId="{B4B9D8A5-E63B-4B2F-A796-7402416000C2}" srcOrd="0" destOrd="1" presId="urn:microsoft.com/office/officeart/2016/7/layout/ChevronBlockProcess"/>
    <dgm:cxn modelId="{1D2641EA-06B6-4CC4-9A71-5359B6CD1104}" srcId="{89E3AA66-F423-444C-9C4D-AC22E65FEBF1}" destId="{52E4E355-F5C7-4367-A004-D99C8F1A234D}" srcOrd="0" destOrd="0" parTransId="{A452776F-F6C0-400E-B141-08FB6749DEC0}" sibTransId="{7AF0B760-E9FC-4E06-A6EA-08EBFE858CC4}"/>
    <dgm:cxn modelId="{24871BEC-7499-4420-9214-8629403513D0}" srcId="{B3D9586E-E903-4F94-B7E0-698C237381F7}" destId="{23B5CD89-B7F3-462E-9EEF-06EE5F8FF543}" srcOrd="2" destOrd="0" parTransId="{DA42DCC7-4E15-4E9F-8B27-4F616EA18091}" sibTransId="{945123AF-A7E2-436E-8C41-83FCDF70D1DC}"/>
    <dgm:cxn modelId="{E92471F4-CE10-48BD-8368-E5657EED16B1}" type="presOf" srcId="{89E3AA66-F423-444C-9C4D-AC22E65FEBF1}" destId="{AD0852B2-8724-47BF-AAB1-C98848C112AF}" srcOrd="0" destOrd="0" presId="urn:microsoft.com/office/officeart/2016/7/layout/ChevronBlockProcess"/>
    <dgm:cxn modelId="{FF847BF8-6FBD-4D63-A756-902E0E4C3D8B}" type="presOf" srcId="{B392E7DF-690D-4F2D-9909-29D7A8FBE9BC}" destId="{9F729971-CB9A-4FD1-AD1D-33529A87876A}" srcOrd="0" destOrd="2" presId="urn:microsoft.com/office/officeart/2016/7/layout/ChevronBlockProcess"/>
    <dgm:cxn modelId="{B981887A-981F-46CC-9052-BCFB2011B49D}" type="presParOf" srcId="{7CF40C83-E7C8-4CC8-9ABA-5F2A90A7FDDC}" destId="{E0BC396A-BDB5-4659-B344-AB8B38BEF4B5}" srcOrd="0" destOrd="0" presId="urn:microsoft.com/office/officeart/2016/7/layout/ChevronBlockProcess"/>
    <dgm:cxn modelId="{811F8D2F-7833-4A2E-8352-B05D377703A8}" type="presParOf" srcId="{E0BC396A-BDB5-4659-B344-AB8B38BEF4B5}" destId="{A3207267-C849-43BF-9007-96DEB85F8940}" srcOrd="0" destOrd="0" presId="urn:microsoft.com/office/officeart/2016/7/layout/ChevronBlockProcess"/>
    <dgm:cxn modelId="{C349F51E-BC7E-4670-B35D-1C533F204EFB}" type="presParOf" srcId="{E0BC396A-BDB5-4659-B344-AB8B38BEF4B5}" destId="{9F729971-CB9A-4FD1-AD1D-33529A87876A}" srcOrd="1" destOrd="0" presId="urn:microsoft.com/office/officeart/2016/7/layout/ChevronBlockProcess"/>
    <dgm:cxn modelId="{329E096B-4DA9-4E47-979E-6E6BB11F6E45}" type="presParOf" srcId="{7CF40C83-E7C8-4CC8-9ABA-5F2A90A7FDDC}" destId="{9F6563E2-F237-4D92-B4C4-5B77BB2E5221}" srcOrd="1" destOrd="0" presId="urn:microsoft.com/office/officeart/2016/7/layout/ChevronBlockProcess"/>
    <dgm:cxn modelId="{C24F87EE-F32C-4D40-BFD4-8A5FF59B08D9}" type="presParOf" srcId="{7CF40C83-E7C8-4CC8-9ABA-5F2A90A7FDDC}" destId="{D65DFD8E-5DDA-4E04-9C09-90CCBE09514A}" srcOrd="2" destOrd="0" presId="urn:microsoft.com/office/officeart/2016/7/layout/ChevronBlockProcess"/>
    <dgm:cxn modelId="{8868BD58-92F9-486D-966F-485C9B38BF21}" type="presParOf" srcId="{D65DFD8E-5DDA-4E04-9C09-90CCBE09514A}" destId="{AD0852B2-8724-47BF-AAB1-C98848C112AF}" srcOrd="0" destOrd="0" presId="urn:microsoft.com/office/officeart/2016/7/layout/ChevronBlockProcess"/>
    <dgm:cxn modelId="{2419A007-41B9-4018-9611-069FC0384D3A}" type="presParOf" srcId="{D65DFD8E-5DDA-4E04-9C09-90CCBE09514A}" destId="{1DF57555-8BCB-4815-BC5A-E2ED9377E6EF}" srcOrd="1" destOrd="0" presId="urn:microsoft.com/office/officeart/2016/7/layout/ChevronBlockProcess"/>
    <dgm:cxn modelId="{6D95EF05-8356-4B58-BBE6-40C5DF6AA60D}" type="presParOf" srcId="{7CF40C83-E7C8-4CC8-9ABA-5F2A90A7FDDC}" destId="{899883D2-45F3-4385-A815-241463E1C483}" srcOrd="3" destOrd="0" presId="urn:microsoft.com/office/officeart/2016/7/layout/ChevronBlockProcess"/>
    <dgm:cxn modelId="{CE599274-099F-460B-A762-232F4C929FE1}" type="presParOf" srcId="{7CF40C83-E7C8-4CC8-9ABA-5F2A90A7FDDC}" destId="{041FD7BD-8E25-4BC4-BC61-7A6DA25C0647}" srcOrd="4" destOrd="0" presId="urn:microsoft.com/office/officeart/2016/7/layout/ChevronBlockProcess"/>
    <dgm:cxn modelId="{763CCC84-CAAF-4DF5-8201-AB5389F7440A}" type="presParOf" srcId="{041FD7BD-8E25-4BC4-BC61-7A6DA25C0647}" destId="{D7FCE641-3744-41AD-9C1D-098088738380}" srcOrd="0" destOrd="0" presId="urn:microsoft.com/office/officeart/2016/7/layout/ChevronBlockProcess"/>
    <dgm:cxn modelId="{0B699CC9-E2D5-4909-9B32-F66BA26F9F89}" type="presParOf" srcId="{041FD7BD-8E25-4BC4-BC61-7A6DA25C0647}" destId="{B4B9D8A5-E63B-4B2F-A796-7402416000C2}"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4AC7A8-59C8-41C7-B2E1-33921309F46A}" type="doc">
      <dgm:prSet loTypeId="urn:microsoft.com/office/officeart/2005/8/layout/orgChart1" loCatId="hierarchy" qsTypeId="urn:microsoft.com/office/officeart/2005/8/quickstyle/simple3" qsCatId="simple" csTypeId="urn:microsoft.com/office/officeart/2005/8/colors/accent1_2" csCatId="accent1" phldr="1"/>
      <dgm:spPr/>
      <dgm:t>
        <a:bodyPr/>
        <a:lstStyle/>
        <a:p>
          <a:endParaRPr lang="en-IN"/>
        </a:p>
      </dgm:t>
    </dgm:pt>
    <dgm:pt modelId="{89B8D4AD-3964-4D51-A518-62C19BF70687}">
      <dgm:prSet phldrT="[Text]"/>
      <dgm:spPr/>
      <dgm:t>
        <a:bodyPr/>
        <a:lstStyle/>
        <a:p>
          <a:r>
            <a:rPr lang="en-IN" b="1" dirty="0"/>
            <a:t>FM / AVP</a:t>
          </a:r>
        </a:p>
      </dgm:t>
    </dgm:pt>
    <dgm:pt modelId="{18DB4C7F-D3AF-4BE7-8116-C9694AF084D0}" type="parTrans" cxnId="{B91D940B-0BA0-4E6F-A28E-32C8E8ECE3BF}">
      <dgm:prSet/>
      <dgm:spPr/>
      <dgm:t>
        <a:bodyPr/>
        <a:lstStyle/>
        <a:p>
          <a:endParaRPr lang="en-IN"/>
        </a:p>
      </dgm:t>
    </dgm:pt>
    <dgm:pt modelId="{81FA60D4-6AA1-4EBC-B84A-B876CF6A5B15}" type="sibTrans" cxnId="{B91D940B-0BA0-4E6F-A28E-32C8E8ECE3BF}">
      <dgm:prSet/>
      <dgm:spPr/>
      <dgm:t>
        <a:bodyPr/>
        <a:lstStyle/>
        <a:p>
          <a:endParaRPr lang="en-IN"/>
        </a:p>
      </dgm:t>
    </dgm:pt>
    <dgm:pt modelId="{B6E21CBE-E803-4D97-854D-0D70E5F0D5F4}">
      <dgm:prSet phldrT="[Text]"/>
      <dgm:spPr/>
      <dgm:t>
        <a:bodyPr/>
        <a:lstStyle/>
        <a:p>
          <a:r>
            <a:rPr lang="en-IN" b="1" dirty="0"/>
            <a:t>Production </a:t>
          </a:r>
          <a:r>
            <a:rPr lang="en-IN" b="1" dirty="0" err="1"/>
            <a:t>Incharge</a:t>
          </a:r>
          <a:endParaRPr lang="en-IN" b="1" dirty="0"/>
        </a:p>
      </dgm:t>
    </dgm:pt>
    <dgm:pt modelId="{ADBACB6E-6CA8-4659-B8D5-D135FF3A1BAA}" type="parTrans" cxnId="{DEFAB1D8-CD64-4096-90B6-EFBFBE289FD7}">
      <dgm:prSet/>
      <dgm:spPr/>
      <dgm:t>
        <a:bodyPr/>
        <a:lstStyle/>
        <a:p>
          <a:endParaRPr lang="en-IN" b="1"/>
        </a:p>
      </dgm:t>
    </dgm:pt>
    <dgm:pt modelId="{EB97851D-4F09-46CC-B51C-C8A21EFA885E}" type="sibTrans" cxnId="{DEFAB1D8-CD64-4096-90B6-EFBFBE289FD7}">
      <dgm:prSet/>
      <dgm:spPr/>
      <dgm:t>
        <a:bodyPr/>
        <a:lstStyle/>
        <a:p>
          <a:endParaRPr lang="en-IN"/>
        </a:p>
      </dgm:t>
    </dgm:pt>
    <dgm:pt modelId="{85A0BE74-A48B-43C5-AACF-A326AEB8FE7F}">
      <dgm:prSet phldrT="[Text]"/>
      <dgm:spPr/>
      <dgm:t>
        <a:bodyPr/>
        <a:lstStyle/>
        <a:p>
          <a:r>
            <a:rPr lang="en-IN" b="1"/>
            <a:t>Admin Incharge</a:t>
          </a:r>
        </a:p>
      </dgm:t>
    </dgm:pt>
    <dgm:pt modelId="{FC11AC0E-F4F1-4752-AD57-5FB6DA3E9C42}" type="parTrans" cxnId="{F8B223AE-DEE0-4B9A-A99B-D65F4A072075}">
      <dgm:prSet/>
      <dgm:spPr/>
      <dgm:t>
        <a:bodyPr/>
        <a:lstStyle/>
        <a:p>
          <a:endParaRPr lang="en-IN" b="1"/>
        </a:p>
      </dgm:t>
    </dgm:pt>
    <dgm:pt modelId="{2CCDCBED-DC2F-457E-879E-E2BD0D066039}" type="sibTrans" cxnId="{F8B223AE-DEE0-4B9A-A99B-D65F4A072075}">
      <dgm:prSet/>
      <dgm:spPr/>
      <dgm:t>
        <a:bodyPr/>
        <a:lstStyle/>
        <a:p>
          <a:endParaRPr lang="en-IN"/>
        </a:p>
      </dgm:t>
    </dgm:pt>
    <dgm:pt modelId="{4D3FE93C-E898-4BC5-B1BD-583220BE7CD8}">
      <dgm:prSet phldrT="[Text]"/>
      <dgm:spPr/>
      <dgm:t>
        <a:bodyPr/>
        <a:lstStyle/>
        <a:p>
          <a:r>
            <a:rPr lang="en-IN" b="1"/>
            <a:t>R&amp;D Incharge</a:t>
          </a:r>
        </a:p>
      </dgm:t>
    </dgm:pt>
    <dgm:pt modelId="{DE5BF669-52F2-4AD3-911B-69B3DD29B042}" type="parTrans" cxnId="{6E56D216-A0B9-4796-8B9A-1875610B5C38}">
      <dgm:prSet/>
      <dgm:spPr/>
      <dgm:t>
        <a:bodyPr/>
        <a:lstStyle/>
        <a:p>
          <a:endParaRPr lang="en-IN" b="1"/>
        </a:p>
      </dgm:t>
    </dgm:pt>
    <dgm:pt modelId="{8C852E2D-07FF-4793-8AEB-77444F7591C7}" type="sibTrans" cxnId="{6E56D216-A0B9-4796-8B9A-1875610B5C38}">
      <dgm:prSet/>
      <dgm:spPr/>
      <dgm:t>
        <a:bodyPr/>
        <a:lstStyle/>
        <a:p>
          <a:endParaRPr lang="en-IN"/>
        </a:p>
      </dgm:t>
    </dgm:pt>
    <dgm:pt modelId="{DFBB2143-C461-4A52-9F2D-83CC4D944837}">
      <dgm:prSet/>
      <dgm:spPr/>
      <dgm:t>
        <a:bodyPr/>
        <a:lstStyle/>
        <a:p>
          <a:r>
            <a:rPr lang="en-IN" b="1"/>
            <a:t>QC Incharge</a:t>
          </a:r>
        </a:p>
      </dgm:t>
    </dgm:pt>
    <dgm:pt modelId="{3B61F059-54B8-416F-943B-D747F6122D84}" type="parTrans" cxnId="{6AE0F275-DA91-4A1C-9707-6EAF177AF0CA}">
      <dgm:prSet/>
      <dgm:spPr/>
      <dgm:t>
        <a:bodyPr/>
        <a:lstStyle/>
        <a:p>
          <a:endParaRPr lang="en-IN" b="1"/>
        </a:p>
      </dgm:t>
    </dgm:pt>
    <dgm:pt modelId="{B57EA856-743F-4056-8066-80EFF81522A7}" type="sibTrans" cxnId="{6AE0F275-DA91-4A1C-9707-6EAF177AF0CA}">
      <dgm:prSet/>
      <dgm:spPr/>
      <dgm:t>
        <a:bodyPr/>
        <a:lstStyle/>
        <a:p>
          <a:endParaRPr lang="en-IN"/>
        </a:p>
      </dgm:t>
    </dgm:pt>
    <dgm:pt modelId="{6798749C-5FFF-48AC-9BDE-72F0A5CD7714}" type="asst">
      <dgm:prSet/>
      <dgm:spPr/>
      <dgm:t>
        <a:bodyPr/>
        <a:lstStyle/>
        <a:p>
          <a:r>
            <a:rPr lang="en-IN" b="1"/>
            <a:t>Operator</a:t>
          </a:r>
        </a:p>
      </dgm:t>
    </dgm:pt>
    <dgm:pt modelId="{64C1AE5B-607D-4A54-B849-9F015AED9B69}" type="parTrans" cxnId="{12236529-C241-4DC8-A3FE-844DF9DBA3D5}">
      <dgm:prSet/>
      <dgm:spPr/>
      <dgm:t>
        <a:bodyPr/>
        <a:lstStyle/>
        <a:p>
          <a:endParaRPr lang="en-IN" b="1"/>
        </a:p>
      </dgm:t>
    </dgm:pt>
    <dgm:pt modelId="{412B8C20-DC2C-495F-ABC7-61E2834A4211}" type="sibTrans" cxnId="{12236529-C241-4DC8-A3FE-844DF9DBA3D5}">
      <dgm:prSet/>
      <dgm:spPr/>
      <dgm:t>
        <a:bodyPr/>
        <a:lstStyle/>
        <a:p>
          <a:endParaRPr lang="en-IN"/>
        </a:p>
      </dgm:t>
    </dgm:pt>
    <dgm:pt modelId="{7FEFE187-999D-4523-B585-6D9EE3ED6365}" type="asst">
      <dgm:prSet/>
      <dgm:spPr/>
      <dgm:t>
        <a:bodyPr/>
        <a:lstStyle/>
        <a:p>
          <a:r>
            <a:rPr lang="en-IN" b="1"/>
            <a:t>Operator</a:t>
          </a:r>
        </a:p>
      </dgm:t>
    </dgm:pt>
    <dgm:pt modelId="{2974C1AF-764A-40AA-8C7B-B0ECCA55A281}" type="parTrans" cxnId="{F134A230-E77E-42E2-998A-1331FF55D0DA}">
      <dgm:prSet/>
      <dgm:spPr/>
      <dgm:t>
        <a:bodyPr/>
        <a:lstStyle/>
        <a:p>
          <a:endParaRPr lang="en-IN" b="1"/>
        </a:p>
      </dgm:t>
    </dgm:pt>
    <dgm:pt modelId="{B9FDFC7B-6F56-4413-8760-13AFEE37D8EA}" type="sibTrans" cxnId="{F134A230-E77E-42E2-998A-1331FF55D0DA}">
      <dgm:prSet/>
      <dgm:spPr/>
      <dgm:t>
        <a:bodyPr/>
        <a:lstStyle/>
        <a:p>
          <a:endParaRPr lang="en-IN"/>
        </a:p>
      </dgm:t>
    </dgm:pt>
    <dgm:pt modelId="{996DD119-89A0-463A-9B9B-F036D26A5391}" type="asst">
      <dgm:prSet/>
      <dgm:spPr/>
      <dgm:t>
        <a:bodyPr/>
        <a:lstStyle/>
        <a:p>
          <a:r>
            <a:rPr lang="en-IN" b="1"/>
            <a:t>Sales</a:t>
          </a:r>
        </a:p>
      </dgm:t>
    </dgm:pt>
    <dgm:pt modelId="{527FCB45-C060-4C04-9843-81BC624BCFE5}" type="parTrans" cxnId="{52A68787-C309-4CB9-B5C9-3B8F671748D7}">
      <dgm:prSet/>
      <dgm:spPr/>
      <dgm:t>
        <a:bodyPr/>
        <a:lstStyle/>
        <a:p>
          <a:endParaRPr lang="en-IN" b="1"/>
        </a:p>
      </dgm:t>
    </dgm:pt>
    <dgm:pt modelId="{06DE8324-4410-4F8B-8ADC-53A8E2865E1F}" type="sibTrans" cxnId="{52A68787-C309-4CB9-B5C9-3B8F671748D7}">
      <dgm:prSet/>
      <dgm:spPr/>
      <dgm:t>
        <a:bodyPr/>
        <a:lstStyle/>
        <a:p>
          <a:endParaRPr lang="en-IN"/>
        </a:p>
      </dgm:t>
    </dgm:pt>
    <dgm:pt modelId="{9CDF19F9-F856-4182-A4E2-C0F2AD8A5F9B}" type="asst">
      <dgm:prSet/>
      <dgm:spPr/>
      <dgm:t>
        <a:bodyPr/>
        <a:lstStyle/>
        <a:p>
          <a:r>
            <a:rPr lang="en-IN" b="1"/>
            <a:t>Procurement</a:t>
          </a:r>
        </a:p>
      </dgm:t>
    </dgm:pt>
    <dgm:pt modelId="{A96905FA-BDE9-44B2-9E8F-7826F6E48393}" type="parTrans" cxnId="{BCC5D5E7-B37C-4413-8B8D-C8C940495A1F}">
      <dgm:prSet/>
      <dgm:spPr/>
      <dgm:t>
        <a:bodyPr/>
        <a:lstStyle/>
        <a:p>
          <a:endParaRPr lang="en-IN" b="1"/>
        </a:p>
      </dgm:t>
    </dgm:pt>
    <dgm:pt modelId="{50134501-97AC-4ADB-A666-684B1065491C}" type="sibTrans" cxnId="{BCC5D5E7-B37C-4413-8B8D-C8C940495A1F}">
      <dgm:prSet/>
      <dgm:spPr/>
      <dgm:t>
        <a:bodyPr/>
        <a:lstStyle/>
        <a:p>
          <a:endParaRPr lang="en-IN"/>
        </a:p>
      </dgm:t>
    </dgm:pt>
    <dgm:pt modelId="{EEC868A0-97ED-43FA-A371-89F3240D83B3}" type="asst">
      <dgm:prSet/>
      <dgm:spPr/>
      <dgm:t>
        <a:bodyPr/>
        <a:lstStyle/>
        <a:p>
          <a:r>
            <a:rPr lang="en-IN" b="1"/>
            <a:t>HR</a:t>
          </a:r>
        </a:p>
      </dgm:t>
    </dgm:pt>
    <dgm:pt modelId="{888A7CBF-BC18-41D5-8833-59B960DC3B49}" type="parTrans" cxnId="{970329B1-B0BB-4F1F-A179-DC3A20D62429}">
      <dgm:prSet/>
      <dgm:spPr/>
      <dgm:t>
        <a:bodyPr/>
        <a:lstStyle/>
        <a:p>
          <a:endParaRPr lang="en-IN" b="1"/>
        </a:p>
      </dgm:t>
    </dgm:pt>
    <dgm:pt modelId="{E569EF1A-1643-4598-9650-125BDFE54920}" type="sibTrans" cxnId="{970329B1-B0BB-4F1F-A179-DC3A20D62429}">
      <dgm:prSet/>
      <dgm:spPr/>
      <dgm:t>
        <a:bodyPr/>
        <a:lstStyle/>
        <a:p>
          <a:endParaRPr lang="en-IN"/>
        </a:p>
      </dgm:t>
    </dgm:pt>
    <dgm:pt modelId="{979FC2B7-7686-4196-B9D1-C249E3A4390B}" type="asst">
      <dgm:prSet/>
      <dgm:spPr/>
      <dgm:t>
        <a:bodyPr/>
        <a:lstStyle/>
        <a:p>
          <a:r>
            <a:rPr lang="en-IN" b="1"/>
            <a:t>Accounts</a:t>
          </a:r>
        </a:p>
      </dgm:t>
    </dgm:pt>
    <dgm:pt modelId="{352D30E0-9436-4011-AC33-FADAB54B183C}" type="parTrans" cxnId="{1B5E73B5-02F9-4866-9B1D-B0B4EDB7C682}">
      <dgm:prSet/>
      <dgm:spPr/>
      <dgm:t>
        <a:bodyPr/>
        <a:lstStyle/>
        <a:p>
          <a:endParaRPr lang="en-IN" b="1"/>
        </a:p>
      </dgm:t>
    </dgm:pt>
    <dgm:pt modelId="{C3F871E4-DF11-4BD1-8802-431BACCE8446}" type="sibTrans" cxnId="{1B5E73B5-02F9-4866-9B1D-B0B4EDB7C682}">
      <dgm:prSet/>
      <dgm:spPr/>
      <dgm:t>
        <a:bodyPr/>
        <a:lstStyle/>
        <a:p>
          <a:endParaRPr lang="en-IN"/>
        </a:p>
      </dgm:t>
    </dgm:pt>
    <dgm:pt modelId="{0ACA1E09-BD2A-4EAB-89C4-F55529D9C3C0}" type="asst">
      <dgm:prSet/>
      <dgm:spPr/>
      <dgm:t>
        <a:bodyPr/>
        <a:lstStyle/>
        <a:p>
          <a:r>
            <a:rPr lang="en-IN" b="1"/>
            <a:t>R&amp;D Chemist</a:t>
          </a:r>
        </a:p>
      </dgm:t>
    </dgm:pt>
    <dgm:pt modelId="{E53219B5-83DE-4540-94B2-8F1677CACC09}" type="parTrans" cxnId="{3A4419A5-C58F-42C0-9C32-0ED049BDA46B}">
      <dgm:prSet/>
      <dgm:spPr/>
      <dgm:t>
        <a:bodyPr/>
        <a:lstStyle/>
        <a:p>
          <a:endParaRPr lang="en-IN" b="1"/>
        </a:p>
      </dgm:t>
    </dgm:pt>
    <dgm:pt modelId="{DB59B6C1-F60E-459D-9FC5-3DC7463848D5}" type="sibTrans" cxnId="{3A4419A5-C58F-42C0-9C32-0ED049BDA46B}">
      <dgm:prSet/>
      <dgm:spPr/>
      <dgm:t>
        <a:bodyPr/>
        <a:lstStyle/>
        <a:p>
          <a:endParaRPr lang="en-IN"/>
        </a:p>
      </dgm:t>
    </dgm:pt>
    <dgm:pt modelId="{D87225C5-FE54-4692-8278-4EE9CFFB54BD}" type="asst">
      <dgm:prSet/>
      <dgm:spPr/>
      <dgm:t>
        <a:bodyPr/>
        <a:lstStyle/>
        <a:p>
          <a:r>
            <a:rPr lang="en-IN" b="1"/>
            <a:t>R&amp;D Chemist</a:t>
          </a:r>
        </a:p>
      </dgm:t>
    </dgm:pt>
    <dgm:pt modelId="{87F22F13-34A9-4D48-88B4-088FDB032750}" type="parTrans" cxnId="{66C10D35-4D05-49BB-89A5-F4C5F799149C}">
      <dgm:prSet/>
      <dgm:spPr/>
      <dgm:t>
        <a:bodyPr/>
        <a:lstStyle/>
        <a:p>
          <a:endParaRPr lang="en-IN" b="1"/>
        </a:p>
      </dgm:t>
    </dgm:pt>
    <dgm:pt modelId="{E9397C9D-D4E5-4645-BD18-1DEABFABDF20}" type="sibTrans" cxnId="{66C10D35-4D05-49BB-89A5-F4C5F799149C}">
      <dgm:prSet/>
      <dgm:spPr/>
      <dgm:t>
        <a:bodyPr/>
        <a:lstStyle/>
        <a:p>
          <a:endParaRPr lang="en-IN"/>
        </a:p>
      </dgm:t>
    </dgm:pt>
    <dgm:pt modelId="{8EAEF757-2189-4C1E-954A-23693E34587E}" type="asst">
      <dgm:prSet/>
      <dgm:spPr/>
      <dgm:t>
        <a:bodyPr/>
        <a:lstStyle/>
        <a:p>
          <a:r>
            <a:rPr lang="en-IN" b="1"/>
            <a:t>Lab Chemist</a:t>
          </a:r>
        </a:p>
      </dgm:t>
    </dgm:pt>
    <dgm:pt modelId="{A5A2D460-EA49-415C-8DFE-B801D739F57A}" type="parTrans" cxnId="{A7E85703-B9E0-448A-87E8-948DB67D1535}">
      <dgm:prSet/>
      <dgm:spPr/>
      <dgm:t>
        <a:bodyPr/>
        <a:lstStyle/>
        <a:p>
          <a:endParaRPr lang="en-IN" b="1"/>
        </a:p>
      </dgm:t>
    </dgm:pt>
    <dgm:pt modelId="{F3A707AF-A014-40BB-90C3-E04F18B9B4EF}" type="sibTrans" cxnId="{A7E85703-B9E0-448A-87E8-948DB67D1535}">
      <dgm:prSet/>
      <dgm:spPr/>
      <dgm:t>
        <a:bodyPr/>
        <a:lstStyle/>
        <a:p>
          <a:endParaRPr lang="en-IN"/>
        </a:p>
      </dgm:t>
    </dgm:pt>
    <dgm:pt modelId="{36037A64-7EFE-42AC-A883-6FD4309295E9}" type="asst">
      <dgm:prSet/>
      <dgm:spPr/>
      <dgm:t>
        <a:bodyPr/>
        <a:lstStyle/>
        <a:p>
          <a:r>
            <a:rPr lang="en-IN" b="1"/>
            <a:t>Lab Chemist</a:t>
          </a:r>
        </a:p>
      </dgm:t>
    </dgm:pt>
    <dgm:pt modelId="{41B845B6-AF71-4355-B038-F6A399FF7C62}" type="parTrans" cxnId="{79509966-E4F6-48B0-B9D5-CB9892774CA9}">
      <dgm:prSet/>
      <dgm:spPr/>
      <dgm:t>
        <a:bodyPr/>
        <a:lstStyle/>
        <a:p>
          <a:endParaRPr lang="en-IN" b="1"/>
        </a:p>
      </dgm:t>
    </dgm:pt>
    <dgm:pt modelId="{4CD0211D-00CC-4665-B50F-473221CEC8AF}" type="sibTrans" cxnId="{79509966-E4F6-48B0-B9D5-CB9892774CA9}">
      <dgm:prSet/>
      <dgm:spPr/>
      <dgm:t>
        <a:bodyPr/>
        <a:lstStyle/>
        <a:p>
          <a:endParaRPr lang="en-IN"/>
        </a:p>
      </dgm:t>
    </dgm:pt>
    <dgm:pt modelId="{B06904F3-8CD6-4D22-9F1E-574716B29192}">
      <dgm:prSet/>
      <dgm:spPr/>
      <dgm:t>
        <a:bodyPr/>
        <a:lstStyle/>
        <a:p>
          <a:r>
            <a:rPr lang="en-IN" b="1"/>
            <a:t>Marketing</a:t>
          </a:r>
        </a:p>
      </dgm:t>
    </dgm:pt>
    <dgm:pt modelId="{257877F2-17F3-41AC-B549-50C832652B60}" type="parTrans" cxnId="{692B3591-90AF-4D32-9886-AEAAB171D9F1}">
      <dgm:prSet/>
      <dgm:spPr/>
      <dgm:t>
        <a:bodyPr/>
        <a:lstStyle/>
        <a:p>
          <a:endParaRPr lang="en-IN" b="1"/>
        </a:p>
      </dgm:t>
    </dgm:pt>
    <dgm:pt modelId="{5FE031ED-563F-4BE2-8D1F-9042E35180F7}" type="sibTrans" cxnId="{692B3591-90AF-4D32-9886-AEAAB171D9F1}">
      <dgm:prSet/>
      <dgm:spPr/>
      <dgm:t>
        <a:bodyPr/>
        <a:lstStyle/>
        <a:p>
          <a:endParaRPr lang="en-IN"/>
        </a:p>
      </dgm:t>
    </dgm:pt>
    <dgm:pt modelId="{3FD7E8A5-07BC-40AE-8B1D-52EAE0CA274D}" type="asst">
      <dgm:prSet/>
      <dgm:spPr/>
      <dgm:t>
        <a:bodyPr/>
        <a:lstStyle/>
        <a:p>
          <a:r>
            <a:rPr lang="en-IN" b="1"/>
            <a:t>Executive</a:t>
          </a:r>
        </a:p>
      </dgm:t>
    </dgm:pt>
    <dgm:pt modelId="{B8E672F1-55FF-4655-8CFC-22D0EB5F84EA}" type="parTrans" cxnId="{65B3D2C0-DEA2-4313-B428-A39BC7414896}">
      <dgm:prSet/>
      <dgm:spPr/>
      <dgm:t>
        <a:bodyPr/>
        <a:lstStyle/>
        <a:p>
          <a:endParaRPr lang="en-IN" b="1"/>
        </a:p>
      </dgm:t>
    </dgm:pt>
    <dgm:pt modelId="{FDF523E3-FFC2-4DA6-A271-F75F6A27BE69}" type="sibTrans" cxnId="{65B3D2C0-DEA2-4313-B428-A39BC7414896}">
      <dgm:prSet/>
      <dgm:spPr/>
      <dgm:t>
        <a:bodyPr/>
        <a:lstStyle/>
        <a:p>
          <a:endParaRPr lang="en-IN"/>
        </a:p>
      </dgm:t>
    </dgm:pt>
    <dgm:pt modelId="{ACC771F9-561E-46F3-8E52-9F0210E8A4E3}" type="asst">
      <dgm:prSet/>
      <dgm:spPr/>
      <dgm:t>
        <a:bodyPr/>
        <a:lstStyle/>
        <a:p>
          <a:r>
            <a:rPr lang="en-IN" b="1"/>
            <a:t>Executive</a:t>
          </a:r>
        </a:p>
      </dgm:t>
    </dgm:pt>
    <dgm:pt modelId="{30934697-C818-495E-88A4-332C6ADB78F2}" type="parTrans" cxnId="{764EDD8F-B4A5-434D-A393-34CC45FB5EBA}">
      <dgm:prSet/>
      <dgm:spPr/>
      <dgm:t>
        <a:bodyPr/>
        <a:lstStyle/>
        <a:p>
          <a:endParaRPr lang="en-IN" b="1"/>
        </a:p>
      </dgm:t>
    </dgm:pt>
    <dgm:pt modelId="{FD101E90-DBD1-4E10-902A-BFE508223BF4}" type="sibTrans" cxnId="{764EDD8F-B4A5-434D-A393-34CC45FB5EBA}">
      <dgm:prSet/>
      <dgm:spPr/>
      <dgm:t>
        <a:bodyPr/>
        <a:lstStyle/>
        <a:p>
          <a:endParaRPr lang="en-IN"/>
        </a:p>
      </dgm:t>
    </dgm:pt>
    <dgm:pt modelId="{3B1BBD5E-04E2-4569-9D38-52937CDED7DC}" type="pres">
      <dgm:prSet presAssocID="{2A4AC7A8-59C8-41C7-B2E1-33921309F46A}" presName="hierChild1" presStyleCnt="0">
        <dgm:presLayoutVars>
          <dgm:orgChart val="1"/>
          <dgm:chPref val="1"/>
          <dgm:dir/>
          <dgm:animOne val="branch"/>
          <dgm:animLvl val="lvl"/>
          <dgm:resizeHandles/>
        </dgm:presLayoutVars>
      </dgm:prSet>
      <dgm:spPr/>
    </dgm:pt>
    <dgm:pt modelId="{BA0DFDE9-1F31-4FF1-A2DD-F9FBC2B45E62}" type="pres">
      <dgm:prSet presAssocID="{89B8D4AD-3964-4D51-A518-62C19BF70687}" presName="hierRoot1" presStyleCnt="0">
        <dgm:presLayoutVars>
          <dgm:hierBranch val="init"/>
        </dgm:presLayoutVars>
      </dgm:prSet>
      <dgm:spPr/>
    </dgm:pt>
    <dgm:pt modelId="{5A75D14E-DB34-40F7-BCC6-1B99973D7AAB}" type="pres">
      <dgm:prSet presAssocID="{89B8D4AD-3964-4D51-A518-62C19BF70687}" presName="rootComposite1" presStyleCnt="0"/>
      <dgm:spPr/>
    </dgm:pt>
    <dgm:pt modelId="{A334CCD3-E051-4DA6-9201-B3DCA30CBEC6}" type="pres">
      <dgm:prSet presAssocID="{89B8D4AD-3964-4D51-A518-62C19BF70687}" presName="rootText1" presStyleLbl="node0" presStyleIdx="0" presStyleCnt="1">
        <dgm:presLayoutVars>
          <dgm:chPref val="3"/>
        </dgm:presLayoutVars>
      </dgm:prSet>
      <dgm:spPr/>
    </dgm:pt>
    <dgm:pt modelId="{551BA32D-1570-43F7-923D-B91A447C6514}" type="pres">
      <dgm:prSet presAssocID="{89B8D4AD-3964-4D51-A518-62C19BF70687}" presName="rootConnector1" presStyleLbl="node1" presStyleIdx="0" presStyleCnt="0"/>
      <dgm:spPr/>
    </dgm:pt>
    <dgm:pt modelId="{6373BB4B-15CF-4863-BE69-7E3D64C6437F}" type="pres">
      <dgm:prSet presAssocID="{89B8D4AD-3964-4D51-A518-62C19BF70687}" presName="hierChild2" presStyleCnt="0"/>
      <dgm:spPr/>
    </dgm:pt>
    <dgm:pt modelId="{3F841C62-5D1C-499F-9989-B86E3C0314CB}" type="pres">
      <dgm:prSet presAssocID="{ADBACB6E-6CA8-4659-B8D5-D135FF3A1BAA}" presName="Name37" presStyleLbl="parChTrans1D2" presStyleIdx="0" presStyleCnt="5"/>
      <dgm:spPr/>
    </dgm:pt>
    <dgm:pt modelId="{2192B8DA-DAC1-4B1E-8B5A-A5C9A0A055E9}" type="pres">
      <dgm:prSet presAssocID="{B6E21CBE-E803-4D97-854D-0D70E5F0D5F4}" presName="hierRoot2" presStyleCnt="0">
        <dgm:presLayoutVars>
          <dgm:hierBranch val="init"/>
        </dgm:presLayoutVars>
      </dgm:prSet>
      <dgm:spPr/>
    </dgm:pt>
    <dgm:pt modelId="{6647B84A-CF6B-4DEA-8E94-92B6297DD72C}" type="pres">
      <dgm:prSet presAssocID="{B6E21CBE-E803-4D97-854D-0D70E5F0D5F4}" presName="rootComposite" presStyleCnt="0"/>
      <dgm:spPr/>
    </dgm:pt>
    <dgm:pt modelId="{90D4E7BE-CAD8-45AC-9D68-44805CF23272}" type="pres">
      <dgm:prSet presAssocID="{B6E21CBE-E803-4D97-854D-0D70E5F0D5F4}" presName="rootText" presStyleLbl="node2" presStyleIdx="0" presStyleCnt="5">
        <dgm:presLayoutVars>
          <dgm:chPref val="3"/>
        </dgm:presLayoutVars>
      </dgm:prSet>
      <dgm:spPr/>
    </dgm:pt>
    <dgm:pt modelId="{6E297F49-5542-42A8-B45C-077168974483}" type="pres">
      <dgm:prSet presAssocID="{B6E21CBE-E803-4D97-854D-0D70E5F0D5F4}" presName="rootConnector" presStyleLbl="node2" presStyleIdx="0" presStyleCnt="5"/>
      <dgm:spPr/>
    </dgm:pt>
    <dgm:pt modelId="{E9BB9FB6-80E0-4F3F-B0E6-5FCFDC24A764}" type="pres">
      <dgm:prSet presAssocID="{B6E21CBE-E803-4D97-854D-0D70E5F0D5F4}" presName="hierChild4" presStyleCnt="0"/>
      <dgm:spPr/>
    </dgm:pt>
    <dgm:pt modelId="{6A8AAE2F-084E-485C-9EA4-3109907F00F7}" type="pres">
      <dgm:prSet presAssocID="{B6E21CBE-E803-4D97-854D-0D70E5F0D5F4}" presName="hierChild5" presStyleCnt="0"/>
      <dgm:spPr/>
    </dgm:pt>
    <dgm:pt modelId="{35D48274-E8FD-40C1-9221-D517F4F8D5A2}" type="pres">
      <dgm:prSet presAssocID="{64C1AE5B-607D-4A54-B849-9F015AED9B69}" presName="Name111" presStyleLbl="parChTrans1D3" presStyleIdx="0" presStyleCnt="12"/>
      <dgm:spPr/>
    </dgm:pt>
    <dgm:pt modelId="{5FC8F78C-DAD3-4EF8-85CE-84A935887C10}" type="pres">
      <dgm:prSet presAssocID="{6798749C-5FFF-48AC-9BDE-72F0A5CD7714}" presName="hierRoot3" presStyleCnt="0">
        <dgm:presLayoutVars>
          <dgm:hierBranch val="init"/>
        </dgm:presLayoutVars>
      </dgm:prSet>
      <dgm:spPr/>
    </dgm:pt>
    <dgm:pt modelId="{21E7FE83-47B1-4D58-9FBA-8D1633E3523D}" type="pres">
      <dgm:prSet presAssocID="{6798749C-5FFF-48AC-9BDE-72F0A5CD7714}" presName="rootComposite3" presStyleCnt="0"/>
      <dgm:spPr/>
    </dgm:pt>
    <dgm:pt modelId="{AF465395-6967-4390-8354-2B74C756F202}" type="pres">
      <dgm:prSet presAssocID="{6798749C-5FFF-48AC-9BDE-72F0A5CD7714}" presName="rootText3" presStyleLbl="asst2" presStyleIdx="0" presStyleCnt="12">
        <dgm:presLayoutVars>
          <dgm:chPref val="3"/>
        </dgm:presLayoutVars>
      </dgm:prSet>
      <dgm:spPr/>
    </dgm:pt>
    <dgm:pt modelId="{BFA39412-3310-4D7E-A20B-2EA87F3C1A08}" type="pres">
      <dgm:prSet presAssocID="{6798749C-5FFF-48AC-9BDE-72F0A5CD7714}" presName="rootConnector3" presStyleLbl="asst2" presStyleIdx="0" presStyleCnt="12"/>
      <dgm:spPr/>
    </dgm:pt>
    <dgm:pt modelId="{0F32E119-86BF-46C4-AD81-7D208FCF3EEF}" type="pres">
      <dgm:prSet presAssocID="{6798749C-5FFF-48AC-9BDE-72F0A5CD7714}" presName="hierChild6" presStyleCnt="0"/>
      <dgm:spPr/>
    </dgm:pt>
    <dgm:pt modelId="{B1BADD65-6E9D-4493-BFFA-66F10EA8EBE7}" type="pres">
      <dgm:prSet presAssocID="{6798749C-5FFF-48AC-9BDE-72F0A5CD7714}" presName="hierChild7" presStyleCnt="0"/>
      <dgm:spPr/>
    </dgm:pt>
    <dgm:pt modelId="{EEF3457C-7A73-4F7C-8E22-2EFA5151828A}" type="pres">
      <dgm:prSet presAssocID="{2974C1AF-764A-40AA-8C7B-B0ECCA55A281}" presName="Name111" presStyleLbl="parChTrans1D3" presStyleIdx="1" presStyleCnt="12"/>
      <dgm:spPr/>
    </dgm:pt>
    <dgm:pt modelId="{6636A86D-B6BE-4B64-A074-EC6ECFB61CA3}" type="pres">
      <dgm:prSet presAssocID="{7FEFE187-999D-4523-B585-6D9EE3ED6365}" presName="hierRoot3" presStyleCnt="0">
        <dgm:presLayoutVars>
          <dgm:hierBranch val="init"/>
        </dgm:presLayoutVars>
      </dgm:prSet>
      <dgm:spPr/>
    </dgm:pt>
    <dgm:pt modelId="{67A761EC-33B1-4193-AD19-8B3099FA6FD5}" type="pres">
      <dgm:prSet presAssocID="{7FEFE187-999D-4523-B585-6D9EE3ED6365}" presName="rootComposite3" presStyleCnt="0"/>
      <dgm:spPr/>
    </dgm:pt>
    <dgm:pt modelId="{4DDEA8E2-8E82-4757-8235-9463C5180FE4}" type="pres">
      <dgm:prSet presAssocID="{7FEFE187-999D-4523-B585-6D9EE3ED6365}" presName="rootText3" presStyleLbl="asst2" presStyleIdx="1" presStyleCnt="12">
        <dgm:presLayoutVars>
          <dgm:chPref val="3"/>
        </dgm:presLayoutVars>
      </dgm:prSet>
      <dgm:spPr/>
    </dgm:pt>
    <dgm:pt modelId="{7C631842-D833-42E0-BE20-06ADF6FEAE9E}" type="pres">
      <dgm:prSet presAssocID="{7FEFE187-999D-4523-B585-6D9EE3ED6365}" presName="rootConnector3" presStyleLbl="asst2" presStyleIdx="1" presStyleCnt="12"/>
      <dgm:spPr/>
    </dgm:pt>
    <dgm:pt modelId="{DE358CC9-805E-4795-BCD0-06EE738653D9}" type="pres">
      <dgm:prSet presAssocID="{7FEFE187-999D-4523-B585-6D9EE3ED6365}" presName="hierChild6" presStyleCnt="0"/>
      <dgm:spPr/>
    </dgm:pt>
    <dgm:pt modelId="{65EDCB5E-B535-4F5A-A720-310F82FE4881}" type="pres">
      <dgm:prSet presAssocID="{7FEFE187-999D-4523-B585-6D9EE3ED6365}" presName="hierChild7" presStyleCnt="0"/>
      <dgm:spPr/>
    </dgm:pt>
    <dgm:pt modelId="{49C2A08D-726C-4CAE-852C-18DF718DD24F}" type="pres">
      <dgm:prSet presAssocID="{FC11AC0E-F4F1-4752-AD57-5FB6DA3E9C42}" presName="Name37" presStyleLbl="parChTrans1D2" presStyleIdx="1" presStyleCnt="5"/>
      <dgm:spPr/>
    </dgm:pt>
    <dgm:pt modelId="{37C07B0B-500D-4659-AA55-28178A7A10F6}" type="pres">
      <dgm:prSet presAssocID="{85A0BE74-A48B-43C5-AACF-A326AEB8FE7F}" presName="hierRoot2" presStyleCnt="0">
        <dgm:presLayoutVars>
          <dgm:hierBranch val="init"/>
        </dgm:presLayoutVars>
      </dgm:prSet>
      <dgm:spPr/>
    </dgm:pt>
    <dgm:pt modelId="{1D68FB34-4E9E-4BFA-AEC7-03AF0302C313}" type="pres">
      <dgm:prSet presAssocID="{85A0BE74-A48B-43C5-AACF-A326AEB8FE7F}" presName="rootComposite" presStyleCnt="0"/>
      <dgm:spPr/>
    </dgm:pt>
    <dgm:pt modelId="{4A63AB9B-F9C3-4D1E-BA04-422E2263E1C5}" type="pres">
      <dgm:prSet presAssocID="{85A0BE74-A48B-43C5-AACF-A326AEB8FE7F}" presName="rootText" presStyleLbl="node2" presStyleIdx="1" presStyleCnt="5">
        <dgm:presLayoutVars>
          <dgm:chPref val="3"/>
        </dgm:presLayoutVars>
      </dgm:prSet>
      <dgm:spPr/>
    </dgm:pt>
    <dgm:pt modelId="{35554AE4-C18C-4324-88BF-D9957F354CCC}" type="pres">
      <dgm:prSet presAssocID="{85A0BE74-A48B-43C5-AACF-A326AEB8FE7F}" presName="rootConnector" presStyleLbl="node2" presStyleIdx="1" presStyleCnt="5"/>
      <dgm:spPr/>
    </dgm:pt>
    <dgm:pt modelId="{D33E224A-F69D-418C-B1D4-442B95782242}" type="pres">
      <dgm:prSet presAssocID="{85A0BE74-A48B-43C5-AACF-A326AEB8FE7F}" presName="hierChild4" presStyleCnt="0"/>
      <dgm:spPr/>
    </dgm:pt>
    <dgm:pt modelId="{8E80EB93-F7B2-4897-8949-524F264DF6AD}" type="pres">
      <dgm:prSet presAssocID="{85A0BE74-A48B-43C5-AACF-A326AEB8FE7F}" presName="hierChild5" presStyleCnt="0"/>
      <dgm:spPr/>
    </dgm:pt>
    <dgm:pt modelId="{27665643-31C2-42D0-BCE9-B2D4E0865BB0}" type="pres">
      <dgm:prSet presAssocID="{527FCB45-C060-4C04-9843-81BC624BCFE5}" presName="Name111" presStyleLbl="parChTrans1D3" presStyleIdx="2" presStyleCnt="12"/>
      <dgm:spPr/>
    </dgm:pt>
    <dgm:pt modelId="{0F5AF6D8-B0B8-47A0-935A-3DD136B1E4F3}" type="pres">
      <dgm:prSet presAssocID="{996DD119-89A0-463A-9B9B-F036D26A5391}" presName="hierRoot3" presStyleCnt="0">
        <dgm:presLayoutVars>
          <dgm:hierBranch val="init"/>
        </dgm:presLayoutVars>
      </dgm:prSet>
      <dgm:spPr/>
    </dgm:pt>
    <dgm:pt modelId="{50A0F568-24B1-49CB-9C8F-A079B9036638}" type="pres">
      <dgm:prSet presAssocID="{996DD119-89A0-463A-9B9B-F036D26A5391}" presName="rootComposite3" presStyleCnt="0"/>
      <dgm:spPr/>
    </dgm:pt>
    <dgm:pt modelId="{CE610891-3A22-4A6A-8D30-75FD03BF8B5F}" type="pres">
      <dgm:prSet presAssocID="{996DD119-89A0-463A-9B9B-F036D26A5391}" presName="rootText3" presStyleLbl="asst2" presStyleIdx="2" presStyleCnt="12">
        <dgm:presLayoutVars>
          <dgm:chPref val="3"/>
        </dgm:presLayoutVars>
      </dgm:prSet>
      <dgm:spPr/>
    </dgm:pt>
    <dgm:pt modelId="{72BC71F2-C312-4C8B-AC4A-FF71807B1888}" type="pres">
      <dgm:prSet presAssocID="{996DD119-89A0-463A-9B9B-F036D26A5391}" presName="rootConnector3" presStyleLbl="asst2" presStyleIdx="2" presStyleCnt="12"/>
      <dgm:spPr/>
    </dgm:pt>
    <dgm:pt modelId="{08122F0C-DC56-4987-861C-2338D5D90C3F}" type="pres">
      <dgm:prSet presAssocID="{996DD119-89A0-463A-9B9B-F036D26A5391}" presName="hierChild6" presStyleCnt="0"/>
      <dgm:spPr/>
    </dgm:pt>
    <dgm:pt modelId="{CCA7810C-23DE-49A5-97A4-33A928E609AB}" type="pres">
      <dgm:prSet presAssocID="{996DD119-89A0-463A-9B9B-F036D26A5391}" presName="hierChild7" presStyleCnt="0"/>
      <dgm:spPr/>
    </dgm:pt>
    <dgm:pt modelId="{AB5BA5E8-A1F9-4CA5-8DAE-53CEAB6A0632}" type="pres">
      <dgm:prSet presAssocID="{A96905FA-BDE9-44B2-9E8F-7826F6E48393}" presName="Name111" presStyleLbl="parChTrans1D3" presStyleIdx="3" presStyleCnt="12"/>
      <dgm:spPr/>
    </dgm:pt>
    <dgm:pt modelId="{7929F80E-F696-49F2-A928-7C57C2E0B072}" type="pres">
      <dgm:prSet presAssocID="{9CDF19F9-F856-4182-A4E2-C0F2AD8A5F9B}" presName="hierRoot3" presStyleCnt="0">
        <dgm:presLayoutVars>
          <dgm:hierBranch val="init"/>
        </dgm:presLayoutVars>
      </dgm:prSet>
      <dgm:spPr/>
    </dgm:pt>
    <dgm:pt modelId="{82A0B54E-26D8-4A5C-B021-6AE9D3D90A3E}" type="pres">
      <dgm:prSet presAssocID="{9CDF19F9-F856-4182-A4E2-C0F2AD8A5F9B}" presName="rootComposite3" presStyleCnt="0"/>
      <dgm:spPr/>
    </dgm:pt>
    <dgm:pt modelId="{BCFACCC6-0C0D-442C-BB77-9CC8EDDB885F}" type="pres">
      <dgm:prSet presAssocID="{9CDF19F9-F856-4182-A4E2-C0F2AD8A5F9B}" presName="rootText3" presStyleLbl="asst2" presStyleIdx="3" presStyleCnt="12">
        <dgm:presLayoutVars>
          <dgm:chPref val="3"/>
        </dgm:presLayoutVars>
      </dgm:prSet>
      <dgm:spPr/>
    </dgm:pt>
    <dgm:pt modelId="{C71B42A9-CECB-4BE8-A47C-B22B72B9C93E}" type="pres">
      <dgm:prSet presAssocID="{9CDF19F9-F856-4182-A4E2-C0F2AD8A5F9B}" presName="rootConnector3" presStyleLbl="asst2" presStyleIdx="3" presStyleCnt="12"/>
      <dgm:spPr/>
    </dgm:pt>
    <dgm:pt modelId="{275AC27B-93B1-45BD-94BA-FAEC7232D277}" type="pres">
      <dgm:prSet presAssocID="{9CDF19F9-F856-4182-A4E2-C0F2AD8A5F9B}" presName="hierChild6" presStyleCnt="0"/>
      <dgm:spPr/>
    </dgm:pt>
    <dgm:pt modelId="{E956E581-9C7B-4286-8EA8-AC66B7EE5EA8}" type="pres">
      <dgm:prSet presAssocID="{9CDF19F9-F856-4182-A4E2-C0F2AD8A5F9B}" presName="hierChild7" presStyleCnt="0"/>
      <dgm:spPr/>
    </dgm:pt>
    <dgm:pt modelId="{6BBC9301-EB37-4C70-A2E9-52272353E8C6}" type="pres">
      <dgm:prSet presAssocID="{888A7CBF-BC18-41D5-8833-59B960DC3B49}" presName="Name111" presStyleLbl="parChTrans1D3" presStyleIdx="4" presStyleCnt="12"/>
      <dgm:spPr/>
    </dgm:pt>
    <dgm:pt modelId="{1A60CD78-A8E0-4D3E-8800-E7B1D3B1A33C}" type="pres">
      <dgm:prSet presAssocID="{EEC868A0-97ED-43FA-A371-89F3240D83B3}" presName="hierRoot3" presStyleCnt="0">
        <dgm:presLayoutVars>
          <dgm:hierBranch val="init"/>
        </dgm:presLayoutVars>
      </dgm:prSet>
      <dgm:spPr/>
    </dgm:pt>
    <dgm:pt modelId="{55F2BB3C-3918-4058-8CAB-86D56BA8FFC3}" type="pres">
      <dgm:prSet presAssocID="{EEC868A0-97ED-43FA-A371-89F3240D83B3}" presName="rootComposite3" presStyleCnt="0"/>
      <dgm:spPr/>
    </dgm:pt>
    <dgm:pt modelId="{D7DAB8D9-4B29-416E-ABF6-A46EEA6C6336}" type="pres">
      <dgm:prSet presAssocID="{EEC868A0-97ED-43FA-A371-89F3240D83B3}" presName="rootText3" presStyleLbl="asst2" presStyleIdx="4" presStyleCnt="12">
        <dgm:presLayoutVars>
          <dgm:chPref val="3"/>
        </dgm:presLayoutVars>
      </dgm:prSet>
      <dgm:spPr/>
    </dgm:pt>
    <dgm:pt modelId="{3B1588D9-D697-414A-831F-9578B0BA9FB6}" type="pres">
      <dgm:prSet presAssocID="{EEC868A0-97ED-43FA-A371-89F3240D83B3}" presName="rootConnector3" presStyleLbl="asst2" presStyleIdx="4" presStyleCnt="12"/>
      <dgm:spPr/>
    </dgm:pt>
    <dgm:pt modelId="{5B1C9B82-E62D-49F0-BC01-4755145637DF}" type="pres">
      <dgm:prSet presAssocID="{EEC868A0-97ED-43FA-A371-89F3240D83B3}" presName="hierChild6" presStyleCnt="0"/>
      <dgm:spPr/>
    </dgm:pt>
    <dgm:pt modelId="{37C06BBB-755E-41C2-AF8A-05E06587A580}" type="pres">
      <dgm:prSet presAssocID="{EEC868A0-97ED-43FA-A371-89F3240D83B3}" presName="hierChild7" presStyleCnt="0"/>
      <dgm:spPr/>
    </dgm:pt>
    <dgm:pt modelId="{AE9DAF3F-C7CA-4363-8BAF-93F3360B08A2}" type="pres">
      <dgm:prSet presAssocID="{352D30E0-9436-4011-AC33-FADAB54B183C}" presName="Name111" presStyleLbl="parChTrans1D3" presStyleIdx="5" presStyleCnt="12"/>
      <dgm:spPr/>
    </dgm:pt>
    <dgm:pt modelId="{EB38954D-E53E-4928-8AF6-0127279C3EED}" type="pres">
      <dgm:prSet presAssocID="{979FC2B7-7686-4196-B9D1-C249E3A4390B}" presName="hierRoot3" presStyleCnt="0">
        <dgm:presLayoutVars>
          <dgm:hierBranch val="init"/>
        </dgm:presLayoutVars>
      </dgm:prSet>
      <dgm:spPr/>
    </dgm:pt>
    <dgm:pt modelId="{BB9E3977-4479-4B37-8F7B-2C91279C68E8}" type="pres">
      <dgm:prSet presAssocID="{979FC2B7-7686-4196-B9D1-C249E3A4390B}" presName="rootComposite3" presStyleCnt="0"/>
      <dgm:spPr/>
    </dgm:pt>
    <dgm:pt modelId="{9B920E7D-6433-4909-BD68-260033B81BE8}" type="pres">
      <dgm:prSet presAssocID="{979FC2B7-7686-4196-B9D1-C249E3A4390B}" presName="rootText3" presStyleLbl="asst2" presStyleIdx="5" presStyleCnt="12" custLinFactNeighborX="-857" custLinFactNeighborY="5142">
        <dgm:presLayoutVars>
          <dgm:chPref val="3"/>
        </dgm:presLayoutVars>
      </dgm:prSet>
      <dgm:spPr/>
    </dgm:pt>
    <dgm:pt modelId="{B43C1007-E2F6-418E-9EEB-F2434EB27224}" type="pres">
      <dgm:prSet presAssocID="{979FC2B7-7686-4196-B9D1-C249E3A4390B}" presName="rootConnector3" presStyleLbl="asst2" presStyleIdx="5" presStyleCnt="12"/>
      <dgm:spPr/>
    </dgm:pt>
    <dgm:pt modelId="{E2542572-EC02-41F0-9A3A-F5B33D90EAD7}" type="pres">
      <dgm:prSet presAssocID="{979FC2B7-7686-4196-B9D1-C249E3A4390B}" presName="hierChild6" presStyleCnt="0"/>
      <dgm:spPr/>
    </dgm:pt>
    <dgm:pt modelId="{EF886198-AFC6-462C-8478-3F916CC324EC}" type="pres">
      <dgm:prSet presAssocID="{979FC2B7-7686-4196-B9D1-C249E3A4390B}" presName="hierChild7" presStyleCnt="0"/>
      <dgm:spPr/>
    </dgm:pt>
    <dgm:pt modelId="{2B815B01-EBE5-4C53-9EDD-FE2D88277A11}" type="pres">
      <dgm:prSet presAssocID="{DE5BF669-52F2-4AD3-911B-69B3DD29B042}" presName="Name37" presStyleLbl="parChTrans1D2" presStyleIdx="2" presStyleCnt="5"/>
      <dgm:spPr/>
    </dgm:pt>
    <dgm:pt modelId="{4FB40FD0-2DB8-497C-9D06-40BF48C9252E}" type="pres">
      <dgm:prSet presAssocID="{4D3FE93C-E898-4BC5-B1BD-583220BE7CD8}" presName="hierRoot2" presStyleCnt="0">
        <dgm:presLayoutVars>
          <dgm:hierBranch val="init"/>
        </dgm:presLayoutVars>
      </dgm:prSet>
      <dgm:spPr/>
    </dgm:pt>
    <dgm:pt modelId="{9DCA29CB-A482-402E-ACC1-8AE7593C360A}" type="pres">
      <dgm:prSet presAssocID="{4D3FE93C-E898-4BC5-B1BD-583220BE7CD8}" presName="rootComposite" presStyleCnt="0"/>
      <dgm:spPr/>
    </dgm:pt>
    <dgm:pt modelId="{CD0E8E62-85D7-41B1-93FD-580C9D116847}" type="pres">
      <dgm:prSet presAssocID="{4D3FE93C-E898-4BC5-B1BD-583220BE7CD8}" presName="rootText" presStyleLbl="node2" presStyleIdx="2" presStyleCnt="5">
        <dgm:presLayoutVars>
          <dgm:chPref val="3"/>
        </dgm:presLayoutVars>
      </dgm:prSet>
      <dgm:spPr/>
    </dgm:pt>
    <dgm:pt modelId="{FDCACB14-8B56-4D73-A157-D43D97E87D44}" type="pres">
      <dgm:prSet presAssocID="{4D3FE93C-E898-4BC5-B1BD-583220BE7CD8}" presName="rootConnector" presStyleLbl="node2" presStyleIdx="2" presStyleCnt="5"/>
      <dgm:spPr/>
    </dgm:pt>
    <dgm:pt modelId="{573BE765-C4C7-4D4F-B285-A6C2B8C4E08C}" type="pres">
      <dgm:prSet presAssocID="{4D3FE93C-E898-4BC5-B1BD-583220BE7CD8}" presName="hierChild4" presStyleCnt="0"/>
      <dgm:spPr/>
    </dgm:pt>
    <dgm:pt modelId="{6200B414-423C-4878-A79D-98CB856BE4E4}" type="pres">
      <dgm:prSet presAssocID="{4D3FE93C-E898-4BC5-B1BD-583220BE7CD8}" presName="hierChild5" presStyleCnt="0"/>
      <dgm:spPr/>
    </dgm:pt>
    <dgm:pt modelId="{BBF0D46E-EF56-4EB2-9738-ED9C5A7DD8A7}" type="pres">
      <dgm:prSet presAssocID="{E53219B5-83DE-4540-94B2-8F1677CACC09}" presName="Name111" presStyleLbl="parChTrans1D3" presStyleIdx="6" presStyleCnt="12"/>
      <dgm:spPr/>
    </dgm:pt>
    <dgm:pt modelId="{F8FC27C0-9394-47F6-B5E5-48334EDAA707}" type="pres">
      <dgm:prSet presAssocID="{0ACA1E09-BD2A-4EAB-89C4-F55529D9C3C0}" presName="hierRoot3" presStyleCnt="0">
        <dgm:presLayoutVars>
          <dgm:hierBranch val="init"/>
        </dgm:presLayoutVars>
      </dgm:prSet>
      <dgm:spPr/>
    </dgm:pt>
    <dgm:pt modelId="{F205BC78-4247-41A0-B8E0-5FB1A8C9465C}" type="pres">
      <dgm:prSet presAssocID="{0ACA1E09-BD2A-4EAB-89C4-F55529D9C3C0}" presName="rootComposite3" presStyleCnt="0"/>
      <dgm:spPr/>
    </dgm:pt>
    <dgm:pt modelId="{7CAEDC36-9867-47E5-AD2F-D94D87BC998A}" type="pres">
      <dgm:prSet presAssocID="{0ACA1E09-BD2A-4EAB-89C4-F55529D9C3C0}" presName="rootText3" presStyleLbl="asst2" presStyleIdx="6" presStyleCnt="12">
        <dgm:presLayoutVars>
          <dgm:chPref val="3"/>
        </dgm:presLayoutVars>
      </dgm:prSet>
      <dgm:spPr/>
    </dgm:pt>
    <dgm:pt modelId="{2EFDFB9A-2E87-471F-AA07-D5CE644F02FE}" type="pres">
      <dgm:prSet presAssocID="{0ACA1E09-BD2A-4EAB-89C4-F55529D9C3C0}" presName="rootConnector3" presStyleLbl="asst2" presStyleIdx="6" presStyleCnt="12"/>
      <dgm:spPr/>
    </dgm:pt>
    <dgm:pt modelId="{301C66F0-7096-4D13-BF83-20DCD4721D7E}" type="pres">
      <dgm:prSet presAssocID="{0ACA1E09-BD2A-4EAB-89C4-F55529D9C3C0}" presName="hierChild6" presStyleCnt="0"/>
      <dgm:spPr/>
    </dgm:pt>
    <dgm:pt modelId="{8CF8BB87-F735-43A3-A781-40E1569BDB43}" type="pres">
      <dgm:prSet presAssocID="{0ACA1E09-BD2A-4EAB-89C4-F55529D9C3C0}" presName="hierChild7" presStyleCnt="0"/>
      <dgm:spPr/>
    </dgm:pt>
    <dgm:pt modelId="{1616658F-FB4D-4A75-A81A-BF222685958F}" type="pres">
      <dgm:prSet presAssocID="{87F22F13-34A9-4D48-88B4-088FDB032750}" presName="Name111" presStyleLbl="parChTrans1D3" presStyleIdx="7" presStyleCnt="12"/>
      <dgm:spPr/>
    </dgm:pt>
    <dgm:pt modelId="{E2AEF0E6-E72B-4D4F-AD61-9B94473B32B2}" type="pres">
      <dgm:prSet presAssocID="{D87225C5-FE54-4692-8278-4EE9CFFB54BD}" presName="hierRoot3" presStyleCnt="0">
        <dgm:presLayoutVars>
          <dgm:hierBranch val="init"/>
        </dgm:presLayoutVars>
      </dgm:prSet>
      <dgm:spPr/>
    </dgm:pt>
    <dgm:pt modelId="{55632F82-B724-41EE-AB74-51B0DE7A2E6C}" type="pres">
      <dgm:prSet presAssocID="{D87225C5-FE54-4692-8278-4EE9CFFB54BD}" presName="rootComposite3" presStyleCnt="0"/>
      <dgm:spPr/>
    </dgm:pt>
    <dgm:pt modelId="{40F1A870-F563-4992-83A0-D13308026164}" type="pres">
      <dgm:prSet presAssocID="{D87225C5-FE54-4692-8278-4EE9CFFB54BD}" presName="rootText3" presStyleLbl="asst2" presStyleIdx="7" presStyleCnt="12">
        <dgm:presLayoutVars>
          <dgm:chPref val="3"/>
        </dgm:presLayoutVars>
      </dgm:prSet>
      <dgm:spPr/>
    </dgm:pt>
    <dgm:pt modelId="{9E7427A6-020A-4078-99FC-2FDF850AB637}" type="pres">
      <dgm:prSet presAssocID="{D87225C5-FE54-4692-8278-4EE9CFFB54BD}" presName="rootConnector3" presStyleLbl="asst2" presStyleIdx="7" presStyleCnt="12"/>
      <dgm:spPr/>
    </dgm:pt>
    <dgm:pt modelId="{D5FEB7F3-505A-4DCA-B7B6-13C2801A9BE6}" type="pres">
      <dgm:prSet presAssocID="{D87225C5-FE54-4692-8278-4EE9CFFB54BD}" presName="hierChild6" presStyleCnt="0"/>
      <dgm:spPr/>
    </dgm:pt>
    <dgm:pt modelId="{4F9CAA80-D60C-4CCE-B9F5-B31A4FAEAF37}" type="pres">
      <dgm:prSet presAssocID="{D87225C5-FE54-4692-8278-4EE9CFFB54BD}" presName="hierChild7" presStyleCnt="0"/>
      <dgm:spPr/>
    </dgm:pt>
    <dgm:pt modelId="{FC9E6C22-902D-4CDB-9BAB-5B47D10A3471}" type="pres">
      <dgm:prSet presAssocID="{3B61F059-54B8-416F-943B-D747F6122D84}" presName="Name37" presStyleLbl="parChTrans1D2" presStyleIdx="3" presStyleCnt="5"/>
      <dgm:spPr/>
    </dgm:pt>
    <dgm:pt modelId="{E831FE66-2CDD-4982-926F-CDB913DE0161}" type="pres">
      <dgm:prSet presAssocID="{DFBB2143-C461-4A52-9F2D-83CC4D944837}" presName="hierRoot2" presStyleCnt="0">
        <dgm:presLayoutVars>
          <dgm:hierBranch val="init"/>
        </dgm:presLayoutVars>
      </dgm:prSet>
      <dgm:spPr/>
    </dgm:pt>
    <dgm:pt modelId="{DB89DCDD-DD4B-40C3-BA77-C63A035080EC}" type="pres">
      <dgm:prSet presAssocID="{DFBB2143-C461-4A52-9F2D-83CC4D944837}" presName="rootComposite" presStyleCnt="0"/>
      <dgm:spPr/>
    </dgm:pt>
    <dgm:pt modelId="{4A059427-76EB-48CB-8ABA-984AA6C3773E}" type="pres">
      <dgm:prSet presAssocID="{DFBB2143-C461-4A52-9F2D-83CC4D944837}" presName="rootText" presStyleLbl="node2" presStyleIdx="3" presStyleCnt="5">
        <dgm:presLayoutVars>
          <dgm:chPref val="3"/>
        </dgm:presLayoutVars>
      </dgm:prSet>
      <dgm:spPr/>
    </dgm:pt>
    <dgm:pt modelId="{19C7C396-89D4-419F-ACE2-3E8C488062D7}" type="pres">
      <dgm:prSet presAssocID="{DFBB2143-C461-4A52-9F2D-83CC4D944837}" presName="rootConnector" presStyleLbl="node2" presStyleIdx="3" presStyleCnt="5"/>
      <dgm:spPr/>
    </dgm:pt>
    <dgm:pt modelId="{8509D4D6-AEEE-47FA-A469-7CABA3DA7509}" type="pres">
      <dgm:prSet presAssocID="{DFBB2143-C461-4A52-9F2D-83CC4D944837}" presName="hierChild4" presStyleCnt="0"/>
      <dgm:spPr/>
    </dgm:pt>
    <dgm:pt modelId="{0F03F113-6956-4386-A516-A41E6F7E4D80}" type="pres">
      <dgm:prSet presAssocID="{DFBB2143-C461-4A52-9F2D-83CC4D944837}" presName="hierChild5" presStyleCnt="0"/>
      <dgm:spPr/>
    </dgm:pt>
    <dgm:pt modelId="{527A6C02-21B3-4AA8-8913-E8E4407190F3}" type="pres">
      <dgm:prSet presAssocID="{A5A2D460-EA49-415C-8DFE-B801D739F57A}" presName="Name111" presStyleLbl="parChTrans1D3" presStyleIdx="8" presStyleCnt="12"/>
      <dgm:spPr/>
    </dgm:pt>
    <dgm:pt modelId="{A5A2C0DA-A44C-4A3B-9884-5897FB25D329}" type="pres">
      <dgm:prSet presAssocID="{8EAEF757-2189-4C1E-954A-23693E34587E}" presName="hierRoot3" presStyleCnt="0">
        <dgm:presLayoutVars>
          <dgm:hierBranch val="init"/>
        </dgm:presLayoutVars>
      </dgm:prSet>
      <dgm:spPr/>
    </dgm:pt>
    <dgm:pt modelId="{AFD37708-F00F-461C-B95A-C0A77F0B208B}" type="pres">
      <dgm:prSet presAssocID="{8EAEF757-2189-4C1E-954A-23693E34587E}" presName="rootComposite3" presStyleCnt="0"/>
      <dgm:spPr/>
    </dgm:pt>
    <dgm:pt modelId="{7797A2BD-E85A-425D-9E2E-50ADC0AB75BD}" type="pres">
      <dgm:prSet presAssocID="{8EAEF757-2189-4C1E-954A-23693E34587E}" presName="rootText3" presStyleLbl="asst2" presStyleIdx="8" presStyleCnt="12">
        <dgm:presLayoutVars>
          <dgm:chPref val="3"/>
        </dgm:presLayoutVars>
      </dgm:prSet>
      <dgm:spPr/>
    </dgm:pt>
    <dgm:pt modelId="{B5243923-6DD7-4CF1-8C0E-992D2610F7CF}" type="pres">
      <dgm:prSet presAssocID="{8EAEF757-2189-4C1E-954A-23693E34587E}" presName="rootConnector3" presStyleLbl="asst2" presStyleIdx="8" presStyleCnt="12"/>
      <dgm:spPr/>
    </dgm:pt>
    <dgm:pt modelId="{CB402BDE-B466-4A6A-8C60-9802C10DB86B}" type="pres">
      <dgm:prSet presAssocID="{8EAEF757-2189-4C1E-954A-23693E34587E}" presName="hierChild6" presStyleCnt="0"/>
      <dgm:spPr/>
    </dgm:pt>
    <dgm:pt modelId="{EE4407FE-D45C-4FF2-8368-190936B241B2}" type="pres">
      <dgm:prSet presAssocID="{8EAEF757-2189-4C1E-954A-23693E34587E}" presName="hierChild7" presStyleCnt="0"/>
      <dgm:spPr/>
    </dgm:pt>
    <dgm:pt modelId="{2CDAFEAB-0701-432D-8B80-9E7C5E8A8D3F}" type="pres">
      <dgm:prSet presAssocID="{41B845B6-AF71-4355-B038-F6A399FF7C62}" presName="Name111" presStyleLbl="parChTrans1D3" presStyleIdx="9" presStyleCnt="12"/>
      <dgm:spPr/>
    </dgm:pt>
    <dgm:pt modelId="{7C3D5EF6-41BA-4E3C-AEA9-C327FE1D3511}" type="pres">
      <dgm:prSet presAssocID="{36037A64-7EFE-42AC-A883-6FD4309295E9}" presName="hierRoot3" presStyleCnt="0">
        <dgm:presLayoutVars>
          <dgm:hierBranch val="init"/>
        </dgm:presLayoutVars>
      </dgm:prSet>
      <dgm:spPr/>
    </dgm:pt>
    <dgm:pt modelId="{65C67B83-5A50-4523-878F-FFA303011728}" type="pres">
      <dgm:prSet presAssocID="{36037A64-7EFE-42AC-A883-6FD4309295E9}" presName="rootComposite3" presStyleCnt="0"/>
      <dgm:spPr/>
    </dgm:pt>
    <dgm:pt modelId="{72CCF2EE-C800-4F43-9E0E-167CF3F8D991}" type="pres">
      <dgm:prSet presAssocID="{36037A64-7EFE-42AC-A883-6FD4309295E9}" presName="rootText3" presStyleLbl="asst2" presStyleIdx="9" presStyleCnt="12">
        <dgm:presLayoutVars>
          <dgm:chPref val="3"/>
        </dgm:presLayoutVars>
      </dgm:prSet>
      <dgm:spPr/>
    </dgm:pt>
    <dgm:pt modelId="{5200E439-F68D-405B-830F-DD21476925F5}" type="pres">
      <dgm:prSet presAssocID="{36037A64-7EFE-42AC-A883-6FD4309295E9}" presName="rootConnector3" presStyleLbl="asst2" presStyleIdx="9" presStyleCnt="12"/>
      <dgm:spPr/>
    </dgm:pt>
    <dgm:pt modelId="{06933E69-0F4E-458E-AA6E-7969849F109C}" type="pres">
      <dgm:prSet presAssocID="{36037A64-7EFE-42AC-A883-6FD4309295E9}" presName="hierChild6" presStyleCnt="0"/>
      <dgm:spPr/>
    </dgm:pt>
    <dgm:pt modelId="{6F9926AB-8107-4B85-B1A2-D999662DF48E}" type="pres">
      <dgm:prSet presAssocID="{36037A64-7EFE-42AC-A883-6FD4309295E9}" presName="hierChild7" presStyleCnt="0"/>
      <dgm:spPr/>
    </dgm:pt>
    <dgm:pt modelId="{2B7C06D6-E995-4A72-9DD1-6344E864D1C5}" type="pres">
      <dgm:prSet presAssocID="{257877F2-17F3-41AC-B549-50C832652B60}" presName="Name37" presStyleLbl="parChTrans1D2" presStyleIdx="4" presStyleCnt="5"/>
      <dgm:spPr/>
    </dgm:pt>
    <dgm:pt modelId="{418CD4B5-B8B3-4BA3-AC1C-A148013D3A6B}" type="pres">
      <dgm:prSet presAssocID="{B06904F3-8CD6-4D22-9F1E-574716B29192}" presName="hierRoot2" presStyleCnt="0">
        <dgm:presLayoutVars>
          <dgm:hierBranch val="init"/>
        </dgm:presLayoutVars>
      </dgm:prSet>
      <dgm:spPr/>
    </dgm:pt>
    <dgm:pt modelId="{AFDE2F5E-1566-46A4-B26E-855AB2C7A6EE}" type="pres">
      <dgm:prSet presAssocID="{B06904F3-8CD6-4D22-9F1E-574716B29192}" presName="rootComposite" presStyleCnt="0"/>
      <dgm:spPr/>
    </dgm:pt>
    <dgm:pt modelId="{39D31D31-14CA-46BC-886C-47EA8A626F86}" type="pres">
      <dgm:prSet presAssocID="{B06904F3-8CD6-4D22-9F1E-574716B29192}" presName="rootText" presStyleLbl="node2" presStyleIdx="4" presStyleCnt="5">
        <dgm:presLayoutVars>
          <dgm:chPref val="3"/>
        </dgm:presLayoutVars>
      </dgm:prSet>
      <dgm:spPr/>
    </dgm:pt>
    <dgm:pt modelId="{D0339872-60C2-49EA-A150-7E096F076DF0}" type="pres">
      <dgm:prSet presAssocID="{B06904F3-8CD6-4D22-9F1E-574716B29192}" presName="rootConnector" presStyleLbl="node2" presStyleIdx="4" presStyleCnt="5"/>
      <dgm:spPr/>
    </dgm:pt>
    <dgm:pt modelId="{1D68374E-F1FE-4920-AB69-3F65FE2AF4AC}" type="pres">
      <dgm:prSet presAssocID="{B06904F3-8CD6-4D22-9F1E-574716B29192}" presName="hierChild4" presStyleCnt="0"/>
      <dgm:spPr/>
    </dgm:pt>
    <dgm:pt modelId="{2EA00A8F-43CE-444F-9D1B-37B268836B1B}" type="pres">
      <dgm:prSet presAssocID="{B06904F3-8CD6-4D22-9F1E-574716B29192}" presName="hierChild5" presStyleCnt="0"/>
      <dgm:spPr/>
    </dgm:pt>
    <dgm:pt modelId="{83D2A2DD-90F3-4CE7-8CCD-93C70C31BDDD}" type="pres">
      <dgm:prSet presAssocID="{B8E672F1-55FF-4655-8CFC-22D0EB5F84EA}" presName="Name111" presStyleLbl="parChTrans1D3" presStyleIdx="10" presStyleCnt="12"/>
      <dgm:spPr/>
    </dgm:pt>
    <dgm:pt modelId="{466DAC1F-62CA-4C0A-92DB-3317F8095FC2}" type="pres">
      <dgm:prSet presAssocID="{3FD7E8A5-07BC-40AE-8B1D-52EAE0CA274D}" presName="hierRoot3" presStyleCnt="0">
        <dgm:presLayoutVars>
          <dgm:hierBranch val="init"/>
        </dgm:presLayoutVars>
      </dgm:prSet>
      <dgm:spPr/>
    </dgm:pt>
    <dgm:pt modelId="{F88096FF-1484-4F2B-85F0-F5AA68838030}" type="pres">
      <dgm:prSet presAssocID="{3FD7E8A5-07BC-40AE-8B1D-52EAE0CA274D}" presName="rootComposite3" presStyleCnt="0"/>
      <dgm:spPr/>
    </dgm:pt>
    <dgm:pt modelId="{9261202B-BB97-4F4D-AECF-9EDE94256159}" type="pres">
      <dgm:prSet presAssocID="{3FD7E8A5-07BC-40AE-8B1D-52EAE0CA274D}" presName="rootText3" presStyleLbl="asst2" presStyleIdx="10" presStyleCnt="12">
        <dgm:presLayoutVars>
          <dgm:chPref val="3"/>
        </dgm:presLayoutVars>
      </dgm:prSet>
      <dgm:spPr/>
    </dgm:pt>
    <dgm:pt modelId="{AA7B3C1B-91EA-4100-82E4-8D89D91975AB}" type="pres">
      <dgm:prSet presAssocID="{3FD7E8A5-07BC-40AE-8B1D-52EAE0CA274D}" presName="rootConnector3" presStyleLbl="asst2" presStyleIdx="10" presStyleCnt="12"/>
      <dgm:spPr/>
    </dgm:pt>
    <dgm:pt modelId="{6B3DADE7-6902-4DB2-A9C4-F8A1C807B329}" type="pres">
      <dgm:prSet presAssocID="{3FD7E8A5-07BC-40AE-8B1D-52EAE0CA274D}" presName="hierChild6" presStyleCnt="0"/>
      <dgm:spPr/>
    </dgm:pt>
    <dgm:pt modelId="{489E42C7-6D26-4CA4-940A-D33F6092A74D}" type="pres">
      <dgm:prSet presAssocID="{3FD7E8A5-07BC-40AE-8B1D-52EAE0CA274D}" presName="hierChild7" presStyleCnt="0"/>
      <dgm:spPr/>
    </dgm:pt>
    <dgm:pt modelId="{9B3D7115-FE37-459B-A6B2-D055997D67B3}" type="pres">
      <dgm:prSet presAssocID="{30934697-C818-495E-88A4-332C6ADB78F2}" presName="Name111" presStyleLbl="parChTrans1D3" presStyleIdx="11" presStyleCnt="12"/>
      <dgm:spPr/>
    </dgm:pt>
    <dgm:pt modelId="{3F436ABE-3DB0-4729-91E4-C36D4DD19894}" type="pres">
      <dgm:prSet presAssocID="{ACC771F9-561E-46F3-8E52-9F0210E8A4E3}" presName="hierRoot3" presStyleCnt="0">
        <dgm:presLayoutVars>
          <dgm:hierBranch val="init"/>
        </dgm:presLayoutVars>
      </dgm:prSet>
      <dgm:spPr/>
    </dgm:pt>
    <dgm:pt modelId="{7B2A8D79-EEF9-40A5-8A62-D7E2C5D23560}" type="pres">
      <dgm:prSet presAssocID="{ACC771F9-561E-46F3-8E52-9F0210E8A4E3}" presName="rootComposite3" presStyleCnt="0"/>
      <dgm:spPr/>
    </dgm:pt>
    <dgm:pt modelId="{E419DD2E-AAC5-486F-87C5-786E3B7E0B27}" type="pres">
      <dgm:prSet presAssocID="{ACC771F9-561E-46F3-8E52-9F0210E8A4E3}" presName="rootText3" presStyleLbl="asst2" presStyleIdx="11" presStyleCnt="12">
        <dgm:presLayoutVars>
          <dgm:chPref val="3"/>
        </dgm:presLayoutVars>
      </dgm:prSet>
      <dgm:spPr/>
    </dgm:pt>
    <dgm:pt modelId="{C2BA5473-9272-48CF-80F9-A9E493FEA086}" type="pres">
      <dgm:prSet presAssocID="{ACC771F9-561E-46F3-8E52-9F0210E8A4E3}" presName="rootConnector3" presStyleLbl="asst2" presStyleIdx="11" presStyleCnt="12"/>
      <dgm:spPr/>
    </dgm:pt>
    <dgm:pt modelId="{D875A495-C379-487F-9CDF-ECBA08EFFFCC}" type="pres">
      <dgm:prSet presAssocID="{ACC771F9-561E-46F3-8E52-9F0210E8A4E3}" presName="hierChild6" presStyleCnt="0"/>
      <dgm:spPr/>
    </dgm:pt>
    <dgm:pt modelId="{CE5592A9-B02B-47AA-A9E7-2FC0D3B00795}" type="pres">
      <dgm:prSet presAssocID="{ACC771F9-561E-46F3-8E52-9F0210E8A4E3}" presName="hierChild7" presStyleCnt="0"/>
      <dgm:spPr/>
    </dgm:pt>
    <dgm:pt modelId="{096F9C93-2D4F-4CE6-8AC6-0CD7EE05B1D8}" type="pres">
      <dgm:prSet presAssocID="{89B8D4AD-3964-4D51-A518-62C19BF70687}" presName="hierChild3" presStyleCnt="0"/>
      <dgm:spPr/>
    </dgm:pt>
  </dgm:ptLst>
  <dgm:cxnLst>
    <dgm:cxn modelId="{B9B68B00-ECB5-44A6-B053-9598D07CCAC4}" type="presOf" srcId="{B06904F3-8CD6-4D22-9F1E-574716B29192}" destId="{39D31D31-14CA-46BC-886C-47EA8A626F86}" srcOrd="0" destOrd="0" presId="urn:microsoft.com/office/officeart/2005/8/layout/orgChart1"/>
    <dgm:cxn modelId="{A7E85703-B9E0-448A-87E8-948DB67D1535}" srcId="{DFBB2143-C461-4A52-9F2D-83CC4D944837}" destId="{8EAEF757-2189-4C1E-954A-23693E34587E}" srcOrd="0" destOrd="0" parTransId="{A5A2D460-EA49-415C-8DFE-B801D739F57A}" sibTransId="{F3A707AF-A014-40BB-90C3-E04F18B9B4EF}"/>
    <dgm:cxn modelId="{6EE81B08-F04C-48B0-8A3C-26D61D256BE1}" type="presOf" srcId="{85A0BE74-A48B-43C5-AACF-A326AEB8FE7F}" destId="{35554AE4-C18C-4324-88BF-D9957F354CCC}" srcOrd="1" destOrd="0" presId="urn:microsoft.com/office/officeart/2005/8/layout/orgChart1"/>
    <dgm:cxn modelId="{36967108-509C-4276-8A5B-5FFC4E5ACD94}" type="presOf" srcId="{DFBB2143-C461-4A52-9F2D-83CC4D944837}" destId="{4A059427-76EB-48CB-8ABA-984AA6C3773E}" srcOrd="0" destOrd="0" presId="urn:microsoft.com/office/officeart/2005/8/layout/orgChart1"/>
    <dgm:cxn modelId="{B91D940B-0BA0-4E6F-A28E-32C8E8ECE3BF}" srcId="{2A4AC7A8-59C8-41C7-B2E1-33921309F46A}" destId="{89B8D4AD-3964-4D51-A518-62C19BF70687}" srcOrd="0" destOrd="0" parTransId="{18DB4C7F-D3AF-4BE7-8116-C9694AF084D0}" sibTransId="{81FA60D4-6AA1-4EBC-B84A-B876CF6A5B15}"/>
    <dgm:cxn modelId="{A48B1211-8C4C-454B-9121-C6C32543A3AE}" type="presOf" srcId="{7FEFE187-999D-4523-B585-6D9EE3ED6365}" destId="{4DDEA8E2-8E82-4757-8235-9463C5180FE4}" srcOrd="0" destOrd="0" presId="urn:microsoft.com/office/officeart/2005/8/layout/orgChart1"/>
    <dgm:cxn modelId="{B55AEE11-9E65-4035-9BE7-ECB555B106EA}" type="presOf" srcId="{B6E21CBE-E803-4D97-854D-0D70E5F0D5F4}" destId="{6E297F49-5542-42A8-B45C-077168974483}" srcOrd="1" destOrd="0" presId="urn:microsoft.com/office/officeart/2005/8/layout/orgChart1"/>
    <dgm:cxn modelId="{6E56D216-A0B9-4796-8B9A-1875610B5C38}" srcId="{89B8D4AD-3964-4D51-A518-62C19BF70687}" destId="{4D3FE93C-E898-4BC5-B1BD-583220BE7CD8}" srcOrd="2" destOrd="0" parTransId="{DE5BF669-52F2-4AD3-911B-69B3DD29B042}" sibTransId="{8C852E2D-07FF-4793-8AEB-77444F7591C7}"/>
    <dgm:cxn modelId="{6C6F8419-DA70-4F17-9591-8233B2D0E5DF}" type="presOf" srcId="{A96905FA-BDE9-44B2-9E8F-7826F6E48393}" destId="{AB5BA5E8-A1F9-4CA5-8DAE-53CEAB6A0632}" srcOrd="0" destOrd="0" presId="urn:microsoft.com/office/officeart/2005/8/layout/orgChart1"/>
    <dgm:cxn modelId="{4DB59320-548C-4262-94A9-FE0335CA4608}" type="presOf" srcId="{89B8D4AD-3964-4D51-A518-62C19BF70687}" destId="{A334CCD3-E051-4DA6-9201-B3DCA30CBEC6}" srcOrd="0" destOrd="0" presId="urn:microsoft.com/office/officeart/2005/8/layout/orgChart1"/>
    <dgm:cxn modelId="{12236529-C241-4DC8-A3FE-844DF9DBA3D5}" srcId="{B6E21CBE-E803-4D97-854D-0D70E5F0D5F4}" destId="{6798749C-5FFF-48AC-9BDE-72F0A5CD7714}" srcOrd="0" destOrd="0" parTransId="{64C1AE5B-607D-4A54-B849-9F015AED9B69}" sibTransId="{412B8C20-DC2C-495F-ABC7-61E2834A4211}"/>
    <dgm:cxn modelId="{F134A230-E77E-42E2-998A-1331FF55D0DA}" srcId="{B6E21CBE-E803-4D97-854D-0D70E5F0D5F4}" destId="{7FEFE187-999D-4523-B585-6D9EE3ED6365}" srcOrd="1" destOrd="0" parTransId="{2974C1AF-764A-40AA-8C7B-B0ECCA55A281}" sibTransId="{B9FDFC7B-6F56-4413-8760-13AFEE37D8EA}"/>
    <dgm:cxn modelId="{CFAFB131-708A-497F-8D37-F972DE2C48A0}" type="presOf" srcId="{D87225C5-FE54-4692-8278-4EE9CFFB54BD}" destId="{40F1A870-F563-4992-83A0-D13308026164}" srcOrd="0" destOrd="0" presId="urn:microsoft.com/office/officeart/2005/8/layout/orgChart1"/>
    <dgm:cxn modelId="{1A77A132-E32C-4DF9-A3AD-59B0F5270D1C}" type="presOf" srcId="{87F22F13-34A9-4D48-88B4-088FDB032750}" destId="{1616658F-FB4D-4A75-A81A-BF222685958F}" srcOrd="0" destOrd="0" presId="urn:microsoft.com/office/officeart/2005/8/layout/orgChart1"/>
    <dgm:cxn modelId="{75C1B332-10B6-4767-A6DE-51FE996C218A}" type="presOf" srcId="{B6E21CBE-E803-4D97-854D-0D70E5F0D5F4}" destId="{90D4E7BE-CAD8-45AC-9D68-44805CF23272}" srcOrd="0" destOrd="0" presId="urn:microsoft.com/office/officeart/2005/8/layout/orgChart1"/>
    <dgm:cxn modelId="{66C10D35-4D05-49BB-89A5-F4C5F799149C}" srcId="{4D3FE93C-E898-4BC5-B1BD-583220BE7CD8}" destId="{D87225C5-FE54-4692-8278-4EE9CFFB54BD}" srcOrd="1" destOrd="0" parTransId="{87F22F13-34A9-4D48-88B4-088FDB032750}" sibTransId="{E9397C9D-D4E5-4645-BD18-1DEABFABDF20}"/>
    <dgm:cxn modelId="{08758137-9F87-4C2B-9E16-2C93EE64F75A}" type="presOf" srcId="{ACC771F9-561E-46F3-8E52-9F0210E8A4E3}" destId="{C2BA5473-9272-48CF-80F9-A9E493FEA086}" srcOrd="1" destOrd="0" presId="urn:microsoft.com/office/officeart/2005/8/layout/orgChart1"/>
    <dgm:cxn modelId="{151C3D3D-CBB3-4ED8-9477-F8593566FC2E}" type="presOf" srcId="{9CDF19F9-F856-4182-A4E2-C0F2AD8A5F9B}" destId="{C71B42A9-CECB-4BE8-A47C-B22B72B9C93E}" srcOrd="1" destOrd="0" presId="urn:microsoft.com/office/officeart/2005/8/layout/orgChart1"/>
    <dgm:cxn modelId="{BFB0B13D-08C6-4DC3-AB18-ACCF625E1FCD}" type="presOf" srcId="{7FEFE187-999D-4523-B585-6D9EE3ED6365}" destId="{7C631842-D833-42E0-BE20-06ADF6FEAE9E}" srcOrd="1" destOrd="0" presId="urn:microsoft.com/office/officeart/2005/8/layout/orgChart1"/>
    <dgm:cxn modelId="{5A05E560-970C-460D-A491-AFBD0373B437}" type="presOf" srcId="{6798749C-5FFF-48AC-9BDE-72F0A5CD7714}" destId="{AF465395-6967-4390-8354-2B74C756F202}" srcOrd="0" destOrd="0" presId="urn:microsoft.com/office/officeart/2005/8/layout/orgChart1"/>
    <dgm:cxn modelId="{BAE8D441-8726-474F-95A1-00F5AE5147B1}" type="presOf" srcId="{0ACA1E09-BD2A-4EAB-89C4-F55529D9C3C0}" destId="{7CAEDC36-9867-47E5-AD2F-D94D87BC998A}" srcOrd="0" destOrd="0" presId="urn:microsoft.com/office/officeart/2005/8/layout/orgChart1"/>
    <dgm:cxn modelId="{281F8364-2AD3-4171-830C-220341851033}" type="presOf" srcId="{8EAEF757-2189-4C1E-954A-23693E34587E}" destId="{7797A2BD-E85A-425D-9E2E-50ADC0AB75BD}" srcOrd="0" destOrd="0" presId="urn:microsoft.com/office/officeart/2005/8/layout/orgChart1"/>
    <dgm:cxn modelId="{90181066-3CA1-4238-90A8-38982E92E02F}" type="presOf" srcId="{85A0BE74-A48B-43C5-AACF-A326AEB8FE7F}" destId="{4A63AB9B-F9C3-4D1E-BA04-422E2263E1C5}" srcOrd="0" destOrd="0" presId="urn:microsoft.com/office/officeart/2005/8/layout/orgChart1"/>
    <dgm:cxn modelId="{79509966-E4F6-48B0-B9D5-CB9892774CA9}" srcId="{DFBB2143-C461-4A52-9F2D-83CC4D944837}" destId="{36037A64-7EFE-42AC-A883-6FD4309295E9}" srcOrd="1" destOrd="0" parTransId="{41B845B6-AF71-4355-B038-F6A399FF7C62}" sibTransId="{4CD0211D-00CC-4665-B50F-473221CEC8AF}"/>
    <dgm:cxn modelId="{2F81F847-E32F-4DF3-A51B-DF83EF90265B}" type="presOf" srcId="{0ACA1E09-BD2A-4EAB-89C4-F55529D9C3C0}" destId="{2EFDFB9A-2E87-471F-AA07-D5CE644F02FE}" srcOrd="1" destOrd="0" presId="urn:microsoft.com/office/officeart/2005/8/layout/orgChart1"/>
    <dgm:cxn modelId="{7C4B1148-91A3-4344-97DB-6667C2619C7B}" type="presOf" srcId="{B06904F3-8CD6-4D22-9F1E-574716B29192}" destId="{D0339872-60C2-49EA-A150-7E096F076DF0}" srcOrd="1" destOrd="0" presId="urn:microsoft.com/office/officeart/2005/8/layout/orgChart1"/>
    <dgm:cxn modelId="{B5D27C48-92E8-4440-8BE0-14C28B15052A}" type="presOf" srcId="{2A4AC7A8-59C8-41C7-B2E1-33921309F46A}" destId="{3B1BBD5E-04E2-4569-9D38-52937CDED7DC}" srcOrd="0" destOrd="0" presId="urn:microsoft.com/office/officeart/2005/8/layout/orgChart1"/>
    <dgm:cxn modelId="{B93B2449-D229-4425-B0B7-FA07CD380438}" type="presOf" srcId="{ADBACB6E-6CA8-4659-B8D5-D135FF3A1BAA}" destId="{3F841C62-5D1C-499F-9989-B86E3C0314CB}" srcOrd="0" destOrd="0" presId="urn:microsoft.com/office/officeart/2005/8/layout/orgChart1"/>
    <dgm:cxn modelId="{5A477769-5CA5-4C40-BA64-9C61A7470FC2}" type="presOf" srcId="{3FD7E8A5-07BC-40AE-8B1D-52EAE0CA274D}" destId="{AA7B3C1B-91EA-4100-82E4-8D89D91975AB}" srcOrd="1" destOrd="0" presId="urn:microsoft.com/office/officeart/2005/8/layout/orgChart1"/>
    <dgm:cxn modelId="{20EFB369-14BC-42B4-866B-A92FA6A77A9C}" type="presOf" srcId="{41B845B6-AF71-4355-B038-F6A399FF7C62}" destId="{2CDAFEAB-0701-432D-8B80-9E7C5E8A8D3F}" srcOrd="0" destOrd="0" presId="urn:microsoft.com/office/officeart/2005/8/layout/orgChart1"/>
    <dgm:cxn modelId="{4F8F534B-EE6C-422A-A05B-603357839550}" type="presOf" srcId="{A5A2D460-EA49-415C-8DFE-B801D739F57A}" destId="{527A6C02-21B3-4AA8-8913-E8E4407190F3}" srcOrd="0" destOrd="0" presId="urn:microsoft.com/office/officeart/2005/8/layout/orgChart1"/>
    <dgm:cxn modelId="{953F594F-A249-46FA-BF67-28187886AC49}" type="presOf" srcId="{30934697-C818-495E-88A4-332C6ADB78F2}" destId="{9B3D7115-FE37-459B-A6B2-D055997D67B3}" srcOrd="0" destOrd="0" presId="urn:microsoft.com/office/officeart/2005/8/layout/orgChart1"/>
    <dgm:cxn modelId="{3FFD7B71-3D66-4521-B609-582599359FBB}" type="presOf" srcId="{996DD119-89A0-463A-9B9B-F036D26A5391}" destId="{CE610891-3A22-4A6A-8D30-75FD03BF8B5F}" srcOrd="0" destOrd="0" presId="urn:microsoft.com/office/officeart/2005/8/layout/orgChart1"/>
    <dgm:cxn modelId="{6AE0F275-DA91-4A1C-9707-6EAF177AF0CA}" srcId="{89B8D4AD-3964-4D51-A518-62C19BF70687}" destId="{DFBB2143-C461-4A52-9F2D-83CC4D944837}" srcOrd="3" destOrd="0" parTransId="{3B61F059-54B8-416F-943B-D747F6122D84}" sibTransId="{B57EA856-743F-4056-8066-80EFF81522A7}"/>
    <dgm:cxn modelId="{32AA0656-A377-499D-A04F-5621BBD14610}" type="presOf" srcId="{996DD119-89A0-463A-9B9B-F036D26A5391}" destId="{72BC71F2-C312-4C8B-AC4A-FF71807B1888}" srcOrd="1" destOrd="0" presId="urn:microsoft.com/office/officeart/2005/8/layout/orgChart1"/>
    <dgm:cxn modelId="{DFFAD457-DB86-4809-9F20-3EF5A1198565}" type="presOf" srcId="{DE5BF669-52F2-4AD3-911B-69B3DD29B042}" destId="{2B815B01-EBE5-4C53-9EDD-FE2D88277A11}" srcOrd="0" destOrd="0" presId="urn:microsoft.com/office/officeart/2005/8/layout/orgChart1"/>
    <dgm:cxn modelId="{E4A1EC7B-01CD-4366-A990-6125994B711C}" type="presOf" srcId="{888A7CBF-BC18-41D5-8833-59B960DC3B49}" destId="{6BBC9301-EB37-4C70-A2E9-52272353E8C6}" srcOrd="0" destOrd="0" presId="urn:microsoft.com/office/officeart/2005/8/layout/orgChart1"/>
    <dgm:cxn modelId="{C521547D-5436-47D8-ABFB-6D095469A761}" type="presOf" srcId="{979FC2B7-7686-4196-B9D1-C249E3A4390B}" destId="{B43C1007-E2F6-418E-9EEB-F2434EB27224}" srcOrd="1" destOrd="0" presId="urn:microsoft.com/office/officeart/2005/8/layout/orgChart1"/>
    <dgm:cxn modelId="{84A2E880-3345-497E-9CD0-A1CAD6CD414A}" type="presOf" srcId="{3FD7E8A5-07BC-40AE-8B1D-52EAE0CA274D}" destId="{9261202B-BB97-4F4D-AECF-9EDE94256159}" srcOrd="0" destOrd="0" presId="urn:microsoft.com/office/officeart/2005/8/layout/orgChart1"/>
    <dgm:cxn modelId="{4C583087-65D8-46D9-BD0C-A918A0A758D2}" type="presOf" srcId="{352D30E0-9436-4011-AC33-FADAB54B183C}" destId="{AE9DAF3F-C7CA-4363-8BAF-93F3360B08A2}" srcOrd="0" destOrd="0" presId="urn:microsoft.com/office/officeart/2005/8/layout/orgChart1"/>
    <dgm:cxn modelId="{52A68787-C309-4CB9-B5C9-3B8F671748D7}" srcId="{85A0BE74-A48B-43C5-AACF-A326AEB8FE7F}" destId="{996DD119-89A0-463A-9B9B-F036D26A5391}" srcOrd="0" destOrd="0" parTransId="{527FCB45-C060-4C04-9843-81BC624BCFE5}" sibTransId="{06DE8324-4410-4F8B-8ADC-53A8E2865E1F}"/>
    <dgm:cxn modelId="{280AB787-8D78-47F3-9465-4B1FE739BDE0}" type="presOf" srcId="{ACC771F9-561E-46F3-8E52-9F0210E8A4E3}" destId="{E419DD2E-AAC5-486F-87C5-786E3B7E0B27}" srcOrd="0" destOrd="0" presId="urn:microsoft.com/office/officeart/2005/8/layout/orgChart1"/>
    <dgm:cxn modelId="{A2E78C88-545C-4315-BB74-C19D255288B7}" type="presOf" srcId="{527FCB45-C060-4C04-9843-81BC624BCFE5}" destId="{27665643-31C2-42D0-BCE9-B2D4E0865BB0}" srcOrd="0" destOrd="0" presId="urn:microsoft.com/office/officeart/2005/8/layout/orgChart1"/>
    <dgm:cxn modelId="{B5E6A289-E4F1-44EB-876D-6728EA5DC268}" type="presOf" srcId="{257877F2-17F3-41AC-B549-50C832652B60}" destId="{2B7C06D6-E995-4A72-9DD1-6344E864D1C5}" srcOrd="0" destOrd="0" presId="urn:microsoft.com/office/officeart/2005/8/layout/orgChart1"/>
    <dgm:cxn modelId="{0416868F-57C6-4DDD-B2D8-301D86B64CEC}" type="presOf" srcId="{36037A64-7EFE-42AC-A883-6FD4309295E9}" destId="{5200E439-F68D-405B-830F-DD21476925F5}" srcOrd="1" destOrd="0" presId="urn:microsoft.com/office/officeart/2005/8/layout/orgChart1"/>
    <dgm:cxn modelId="{764EDD8F-B4A5-434D-A393-34CC45FB5EBA}" srcId="{B06904F3-8CD6-4D22-9F1E-574716B29192}" destId="{ACC771F9-561E-46F3-8E52-9F0210E8A4E3}" srcOrd="1" destOrd="0" parTransId="{30934697-C818-495E-88A4-332C6ADB78F2}" sibTransId="{FD101E90-DBD1-4E10-902A-BFE508223BF4}"/>
    <dgm:cxn modelId="{7BD9AF90-B6B8-43C9-BF8F-B2A0784292CF}" type="presOf" srcId="{2974C1AF-764A-40AA-8C7B-B0ECCA55A281}" destId="{EEF3457C-7A73-4F7C-8E22-2EFA5151828A}" srcOrd="0" destOrd="0" presId="urn:microsoft.com/office/officeart/2005/8/layout/orgChart1"/>
    <dgm:cxn modelId="{692B3591-90AF-4D32-9886-AEAAB171D9F1}" srcId="{89B8D4AD-3964-4D51-A518-62C19BF70687}" destId="{B06904F3-8CD6-4D22-9F1E-574716B29192}" srcOrd="4" destOrd="0" parTransId="{257877F2-17F3-41AC-B549-50C832652B60}" sibTransId="{5FE031ED-563F-4BE2-8D1F-9042E35180F7}"/>
    <dgm:cxn modelId="{B58A4E9D-2A16-48B2-8DEE-11D5CD26DB9D}" type="presOf" srcId="{4D3FE93C-E898-4BC5-B1BD-583220BE7CD8}" destId="{CD0E8E62-85D7-41B1-93FD-580C9D116847}" srcOrd="0" destOrd="0" presId="urn:microsoft.com/office/officeart/2005/8/layout/orgChart1"/>
    <dgm:cxn modelId="{3DE81EA1-7205-4CC3-9EA4-2012D207442E}" type="presOf" srcId="{EEC868A0-97ED-43FA-A371-89F3240D83B3}" destId="{D7DAB8D9-4B29-416E-ABF6-A46EEA6C6336}" srcOrd="0" destOrd="0" presId="urn:microsoft.com/office/officeart/2005/8/layout/orgChart1"/>
    <dgm:cxn modelId="{3A4419A5-C58F-42C0-9C32-0ED049BDA46B}" srcId="{4D3FE93C-E898-4BC5-B1BD-583220BE7CD8}" destId="{0ACA1E09-BD2A-4EAB-89C4-F55529D9C3C0}" srcOrd="0" destOrd="0" parTransId="{E53219B5-83DE-4540-94B2-8F1677CACC09}" sibTransId="{DB59B6C1-F60E-459D-9FC5-3DC7463848D5}"/>
    <dgm:cxn modelId="{F3B4E0A5-BED3-45B1-9127-495BA8383FA5}" type="presOf" srcId="{3B61F059-54B8-416F-943B-D747F6122D84}" destId="{FC9E6C22-902D-4CDB-9BAB-5B47D10A3471}" srcOrd="0" destOrd="0" presId="urn:microsoft.com/office/officeart/2005/8/layout/orgChart1"/>
    <dgm:cxn modelId="{4BA0A0AA-6D04-42B9-8552-E659B04C172A}" type="presOf" srcId="{9CDF19F9-F856-4182-A4E2-C0F2AD8A5F9B}" destId="{BCFACCC6-0C0D-442C-BB77-9CC8EDDB885F}" srcOrd="0" destOrd="0" presId="urn:microsoft.com/office/officeart/2005/8/layout/orgChart1"/>
    <dgm:cxn modelId="{8699ACAD-D1C4-4A14-938E-522677F5D982}" type="presOf" srcId="{E53219B5-83DE-4540-94B2-8F1677CACC09}" destId="{BBF0D46E-EF56-4EB2-9738-ED9C5A7DD8A7}" srcOrd="0" destOrd="0" presId="urn:microsoft.com/office/officeart/2005/8/layout/orgChart1"/>
    <dgm:cxn modelId="{706B08AE-291D-4C16-9B2C-9A89535687F8}" type="presOf" srcId="{4D3FE93C-E898-4BC5-B1BD-583220BE7CD8}" destId="{FDCACB14-8B56-4D73-A157-D43D97E87D44}" srcOrd="1" destOrd="0" presId="urn:microsoft.com/office/officeart/2005/8/layout/orgChart1"/>
    <dgm:cxn modelId="{F8B223AE-DEE0-4B9A-A99B-D65F4A072075}" srcId="{89B8D4AD-3964-4D51-A518-62C19BF70687}" destId="{85A0BE74-A48B-43C5-AACF-A326AEB8FE7F}" srcOrd="1" destOrd="0" parTransId="{FC11AC0E-F4F1-4752-AD57-5FB6DA3E9C42}" sibTransId="{2CCDCBED-DC2F-457E-879E-E2BD0D066039}"/>
    <dgm:cxn modelId="{970329B1-B0BB-4F1F-A179-DC3A20D62429}" srcId="{85A0BE74-A48B-43C5-AACF-A326AEB8FE7F}" destId="{EEC868A0-97ED-43FA-A371-89F3240D83B3}" srcOrd="2" destOrd="0" parTransId="{888A7CBF-BC18-41D5-8833-59B960DC3B49}" sibTransId="{E569EF1A-1643-4598-9650-125BDFE54920}"/>
    <dgm:cxn modelId="{1B5E73B5-02F9-4866-9B1D-B0B4EDB7C682}" srcId="{85A0BE74-A48B-43C5-AACF-A326AEB8FE7F}" destId="{979FC2B7-7686-4196-B9D1-C249E3A4390B}" srcOrd="3" destOrd="0" parTransId="{352D30E0-9436-4011-AC33-FADAB54B183C}" sibTransId="{C3F871E4-DF11-4BD1-8802-431BACCE8446}"/>
    <dgm:cxn modelId="{65B3D2C0-DEA2-4313-B428-A39BC7414896}" srcId="{B06904F3-8CD6-4D22-9F1E-574716B29192}" destId="{3FD7E8A5-07BC-40AE-8B1D-52EAE0CA274D}" srcOrd="0" destOrd="0" parTransId="{B8E672F1-55FF-4655-8CFC-22D0EB5F84EA}" sibTransId="{FDF523E3-FFC2-4DA6-A271-F75F6A27BE69}"/>
    <dgm:cxn modelId="{A16F88C2-FD36-4A2D-B392-945B8216EB40}" type="presOf" srcId="{D87225C5-FE54-4692-8278-4EE9CFFB54BD}" destId="{9E7427A6-020A-4078-99FC-2FDF850AB637}" srcOrd="1" destOrd="0" presId="urn:microsoft.com/office/officeart/2005/8/layout/orgChart1"/>
    <dgm:cxn modelId="{32D3A2C4-238B-448D-8938-A418EB699F1F}" type="presOf" srcId="{DFBB2143-C461-4A52-9F2D-83CC4D944837}" destId="{19C7C396-89D4-419F-ACE2-3E8C488062D7}" srcOrd="1" destOrd="0" presId="urn:microsoft.com/office/officeart/2005/8/layout/orgChart1"/>
    <dgm:cxn modelId="{0EF753C7-39E0-4BBB-BE3F-10BFA6B54AC0}" type="presOf" srcId="{8EAEF757-2189-4C1E-954A-23693E34587E}" destId="{B5243923-6DD7-4CF1-8C0E-992D2610F7CF}" srcOrd="1" destOrd="0" presId="urn:microsoft.com/office/officeart/2005/8/layout/orgChart1"/>
    <dgm:cxn modelId="{3DCFDDC8-016F-4D66-945E-D4B0EEEBE1B5}" type="presOf" srcId="{64C1AE5B-607D-4A54-B849-9F015AED9B69}" destId="{35D48274-E8FD-40C1-9221-D517F4F8D5A2}" srcOrd="0" destOrd="0" presId="urn:microsoft.com/office/officeart/2005/8/layout/orgChart1"/>
    <dgm:cxn modelId="{212928D0-3644-4C30-910B-C28AE7295773}" type="presOf" srcId="{979FC2B7-7686-4196-B9D1-C249E3A4390B}" destId="{9B920E7D-6433-4909-BD68-260033B81BE8}" srcOrd="0" destOrd="0" presId="urn:microsoft.com/office/officeart/2005/8/layout/orgChart1"/>
    <dgm:cxn modelId="{1040B7D1-1289-4E31-AC4E-E9B1FA616752}" type="presOf" srcId="{B8E672F1-55FF-4655-8CFC-22D0EB5F84EA}" destId="{83D2A2DD-90F3-4CE7-8CCD-93C70C31BDDD}" srcOrd="0" destOrd="0" presId="urn:microsoft.com/office/officeart/2005/8/layout/orgChart1"/>
    <dgm:cxn modelId="{DEFAB1D8-CD64-4096-90B6-EFBFBE289FD7}" srcId="{89B8D4AD-3964-4D51-A518-62C19BF70687}" destId="{B6E21CBE-E803-4D97-854D-0D70E5F0D5F4}" srcOrd="0" destOrd="0" parTransId="{ADBACB6E-6CA8-4659-B8D5-D135FF3A1BAA}" sibTransId="{EB97851D-4F09-46CC-B51C-C8A21EFA885E}"/>
    <dgm:cxn modelId="{90D20ADA-335A-4160-908A-CBC5C9EBC284}" type="presOf" srcId="{EEC868A0-97ED-43FA-A371-89F3240D83B3}" destId="{3B1588D9-D697-414A-831F-9578B0BA9FB6}" srcOrd="1" destOrd="0" presId="urn:microsoft.com/office/officeart/2005/8/layout/orgChart1"/>
    <dgm:cxn modelId="{CF4853E4-65E4-474A-BBFA-B25139A50668}" type="presOf" srcId="{89B8D4AD-3964-4D51-A518-62C19BF70687}" destId="{551BA32D-1570-43F7-923D-B91A447C6514}" srcOrd="1" destOrd="0" presId="urn:microsoft.com/office/officeart/2005/8/layout/orgChart1"/>
    <dgm:cxn modelId="{313851E7-D5EC-408C-94CB-CBD108BF727C}" type="presOf" srcId="{36037A64-7EFE-42AC-A883-6FD4309295E9}" destId="{72CCF2EE-C800-4F43-9E0E-167CF3F8D991}" srcOrd="0" destOrd="0" presId="urn:microsoft.com/office/officeart/2005/8/layout/orgChart1"/>
    <dgm:cxn modelId="{BCC5D5E7-B37C-4413-8B8D-C8C940495A1F}" srcId="{85A0BE74-A48B-43C5-AACF-A326AEB8FE7F}" destId="{9CDF19F9-F856-4182-A4E2-C0F2AD8A5F9B}" srcOrd="1" destOrd="0" parTransId="{A96905FA-BDE9-44B2-9E8F-7826F6E48393}" sibTransId="{50134501-97AC-4ADB-A666-684B1065491C}"/>
    <dgm:cxn modelId="{C7D763FA-6571-4817-AF80-211564BEA407}" type="presOf" srcId="{FC11AC0E-F4F1-4752-AD57-5FB6DA3E9C42}" destId="{49C2A08D-726C-4CAE-852C-18DF718DD24F}" srcOrd="0" destOrd="0" presId="urn:microsoft.com/office/officeart/2005/8/layout/orgChart1"/>
    <dgm:cxn modelId="{B125F8FB-F0C9-4866-8340-A6FED92796B9}" type="presOf" srcId="{6798749C-5FFF-48AC-9BDE-72F0A5CD7714}" destId="{BFA39412-3310-4D7E-A20B-2EA87F3C1A08}" srcOrd="1" destOrd="0" presId="urn:microsoft.com/office/officeart/2005/8/layout/orgChart1"/>
    <dgm:cxn modelId="{AD09F05F-1318-45ED-8384-5FDAB8FF7E64}" type="presParOf" srcId="{3B1BBD5E-04E2-4569-9D38-52937CDED7DC}" destId="{BA0DFDE9-1F31-4FF1-A2DD-F9FBC2B45E62}" srcOrd="0" destOrd="0" presId="urn:microsoft.com/office/officeart/2005/8/layout/orgChart1"/>
    <dgm:cxn modelId="{C469E3B9-0D45-40A3-8EFD-9682D3511583}" type="presParOf" srcId="{BA0DFDE9-1F31-4FF1-A2DD-F9FBC2B45E62}" destId="{5A75D14E-DB34-40F7-BCC6-1B99973D7AAB}" srcOrd="0" destOrd="0" presId="urn:microsoft.com/office/officeart/2005/8/layout/orgChart1"/>
    <dgm:cxn modelId="{E6D38800-2FC1-4E9A-B158-05CFF0B30773}" type="presParOf" srcId="{5A75D14E-DB34-40F7-BCC6-1B99973D7AAB}" destId="{A334CCD3-E051-4DA6-9201-B3DCA30CBEC6}" srcOrd="0" destOrd="0" presId="urn:microsoft.com/office/officeart/2005/8/layout/orgChart1"/>
    <dgm:cxn modelId="{1AE44150-D27F-4F1D-89FD-82FBC0F4270F}" type="presParOf" srcId="{5A75D14E-DB34-40F7-BCC6-1B99973D7AAB}" destId="{551BA32D-1570-43F7-923D-B91A447C6514}" srcOrd="1" destOrd="0" presId="urn:microsoft.com/office/officeart/2005/8/layout/orgChart1"/>
    <dgm:cxn modelId="{F7FAD15B-C0A8-46EB-B892-3CF29E2EBD54}" type="presParOf" srcId="{BA0DFDE9-1F31-4FF1-A2DD-F9FBC2B45E62}" destId="{6373BB4B-15CF-4863-BE69-7E3D64C6437F}" srcOrd="1" destOrd="0" presId="urn:microsoft.com/office/officeart/2005/8/layout/orgChart1"/>
    <dgm:cxn modelId="{1A975B3D-FD9E-458A-A557-BF70AA252064}" type="presParOf" srcId="{6373BB4B-15CF-4863-BE69-7E3D64C6437F}" destId="{3F841C62-5D1C-499F-9989-B86E3C0314CB}" srcOrd="0" destOrd="0" presId="urn:microsoft.com/office/officeart/2005/8/layout/orgChart1"/>
    <dgm:cxn modelId="{6E2E950F-36A4-4E85-8482-EBBB113DD10A}" type="presParOf" srcId="{6373BB4B-15CF-4863-BE69-7E3D64C6437F}" destId="{2192B8DA-DAC1-4B1E-8B5A-A5C9A0A055E9}" srcOrd="1" destOrd="0" presId="urn:microsoft.com/office/officeart/2005/8/layout/orgChart1"/>
    <dgm:cxn modelId="{03BDCB1B-3DF3-4DCE-A77E-22748157CCB1}" type="presParOf" srcId="{2192B8DA-DAC1-4B1E-8B5A-A5C9A0A055E9}" destId="{6647B84A-CF6B-4DEA-8E94-92B6297DD72C}" srcOrd="0" destOrd="0" presId="urn:microsoft.com/office/officeart/2005/8/layout/orgChart1"/>
    <dgm:cxn modelId="{FF35A0C2-64DD-489A-8BB6-9145D801C48B}" type="presParOf" srcId="{6647B84A-CF6B-4DEA-8E94-92B6297DD72C}" destId="{90D4E7BE-CAD8-45AC-9D68-44805CF23272}" srcOrd="0" destOrd="0" presId="urn:microsoft.com/office/officeart/2005/8/layout/orgChart1"/>
    <dgm:cxn modelId="{82C660FC-E700-4D48-823C-628D61B44BCB}" type="presParOf" srcId="{6647B84A-CF6B-4DEA-8E94-92B6297DD72C}" destId="{6E297F49-5542-42A8-B45C-077168974483}" srcOrd="1" destOrd="0" presId="urn:microsoft.com/office/officeart/2005/8/layout/orgChart1"/>
    <dgm:cxn modelId="{DD3EAE78-B1E4-4B2E-908B-7FF2B16FC1D2}" type="presParOf" srcId="{2192B8DA-DAC1-4B1E-8B5A-A5C9A0A055E9}" destId="{E9BB9FB6-80E0-4F3F-B0E6-5FCFDC24A764}" srcOrd="1" destOrd="0" presId="urn:microsoft.com/office/officeart/2005/8/layout/orgChart1"/>
    <dgm:cxn modelId="{6A54DABD-0441-4D97-8F12-C714309BD15B}" type="presParOf" srcId="{2192B8DA-DAC1-4B1E-8B5A-A5C9A0A055E9}" destId="{6A8AAE2F-084E-485C-9EA4-3109907F00F7}" srcOrd="2" destOrd="0" presId="urn:microsoft.com/office/officeart/2005/8/layout/orgChart1"/>
    <dgm:cxn modelId="{0D538085-7A04-4987-AEFD-0E96B8C07BCC}" type="presParOf" srcId="{6A8AAE2F-084E-485C-9EA4-3109907F00F7}" destId="{35D48274-E8FD-40C1-9221-D517F4F8D5A2}" srcOrd="0" destOrd="0" presId="urn:microsoft.com/office/officeart/2005/8/layout/orgChart1"/>
    <dgm:cxn modelId="{E94ACF87-07C0-479F-94CD-AD5E25058FBC}" type="presParOf" srcId="{6A8AAE2F-084E-485C-9EA4-3109907F00F7}" destId="{5FC8F78C-DAD3-4EF8-85CE-84A935887C10}" srcOrd="1" destOrd="0" presId="urn:microsoft.com/office/officeart/2005/8/layout/orgChart1"/>
    <dgm:cxn modelId="{9A905864-33D2-4113-B77D-9D1A481E9E7C}" type="presParOf" srcId="{5FC8F78C-DAD3-4EF8-85CE-84A935887C10}" destId="{21E7FE83-47B1-4D58-9FBA-8D1633E3523D}" srcOrd="0" destOrd="0" presId="urn:microsoft.com/office/officeart/2005/8/layout/orgChart1"/>
    <dgm:cxn modelId="{46142F21-D315-4131-A590-29AEA829B5D7}" type="presParOf" srcId="{21E7FE83-47B1-4D58-9FBA-8D1633E3523D}" destId="{AF465395-6967-4390-8354-2B74C756F202}" srcOrd="0" destOrd="0" presId="urn:microsoft.com/office/officeart/2005/8/layout/orgChart1"/>
    <dgm:cxn modelId="{BAC6AAF2-A0FF-4756-8153-DE76689BECC9}" type="presParOf" srcId="{21E7FE83-47B1-4D58-9FBA-8D1633E3523D}" destId="{BFA39412-3310-4D7E-A20B-2EA87F3C1A08}" srcOrd="1" destOrd="0" presId="urn:microsoft.com/office/officeart/2005/8/layout/orgChart1"/>
    <dgm:cxn modelId="{48471495-FBC6-4DD1-AD06-552CF9E72CAF}" type="presParOf" srcId="{5FC8F78C-DAD3-4EF8-85CE-84A935887C10}" destId="{0F32E119-86BF-46C4-AD81-7D208FCF3EEF}" srcOrd="1" destOrd="0" presId="urn:microsoft.com/office/officeart/2005/8/layout/orgChart1"/>
    <dgm:cxn modelId="{A6AEE079-C319-4B74-BC50-E4101ED0EEC4}" type="presParOf" srcId="{5FC8F78C-DAD3-4EF8-85CE-84A935887C10}" destId="{B1BADD65-6E9D-4493-BFFA-66F10EA8EBE7}" srcOrd="2" destOrd="0" presId="urn:microsoft.com/office/officeart/2005/8/layout/orgChart1"/>
    <dgm:cxn modelId="{78C4CEAE-7DE5-4FE9-B83A-EE1BBB3FF0AF}" type="presParOf" srcId="{6A8AAE2F-084E-485C-9EA4-3109907F00F7}" destId="{EEF3457C-7A73-4F7C-8E22-2EFA5151828A}" srcOrd="2" destOrd="0" presId="urn:microsoft.com/office/officeart/2005/8/layout/orgChart1"/>
    <dgm:cxn modelId="{C4270D68-3C47-44A9-BCCD-A9B82C355C3D}" type="presParOf" srcId="{6A8AAE2F-084E-485C-9EA4-3109907F00F7}" destId="{6636A86D-B6BE-4B64-A074-EC6ECFB61CA3}" srcOrd="3" destOrd="0" presId="urn:microsoft.com/office/officeart/2005/8/layout/orgChart1"/>
    <dgm:cxn modelId="{744158E0-22C0-47FC-ADF0-71EC3E68EE95}" type="presParOf" srcId="{6636A86D-B6BE-4B64-A074-EC6ECFB61CA3}" destId="{67A761EC-33B1-4193-AD19-8B3099FA6FD5}" srcOrd="0" destOrd="0" presId="urn:microsoft.com/office/officeart/2005/8/layout/orgChart1"/>
    <dgm:cxn modelId="{B072737D-79C4-49C5-B824-726A4EAF51C4}" type="presParOf" srcId="{67A761EC-33B1-4193-AD19-8B3099FA6FD5}" destId="{4DDEA8E2-8E82-4757-8235-9463C5180FE4}" srcOrd="0" destOrd="0" presId="urn:microsoft.com/office/officeart/2005/8/layout/orgChart1"/>
    <dgm:cxn modelId="{5B7720E4-427C-4052-8697-E7DBFF27917A}" type="presParOf" srcId="{67A761EC-33B1-4193-AD19-8B3099FA6FD5}" destId="{7C631842-D833-42E0-BE20-06ADF6FEAE9E}" srcOrd="1" destOrd="0" presId="urn:microsoft.com/office/officeart/2005/8/layout/orgChart1"/>
    <dgm:cxn modelId="{7B8801BE-6AF3-4324-A1EA-F9A8E666D58F}" type="presParOf" srcId="{6636A86D-B6BE-4B64-A074-EC6ECFB61CA3}" destId="{DE358CC9-805E-4795-BCD0-06EE738653D9}" srcOrd="1" destOrd="0" presId="urn:microsoft.com/office/officeart/2005/8/layout/orgChart1"/>
    <dgm:cxn modelId="{404F4F8C-D5F1-4392-935D-75C6B613CB41}" type="presParOf" srcId="{6636A86D-B6BE-4B64-A074-EC6ECFB61CA3}" destId="{65EDCB5E-B535-4F5A-A720-310F82FE4881}" srcOrd="2" destOrd="0" presId="urn:microsoft.com/office/officeart/2005/8/layout/orgChart1"/>
    <dgm:cxn modelId="{136B9B32-00BD-4670-9D2A-24578C82819D}" type="presParOf" srcId="{6373BB4B-15CF-4863-BE69-7E3D64C6437F}" destId="{49C2A08D-726C-4CAE-852C-18DF718DD24F}" srcOrd="2" destOrd="0" presId="urn:microsoft.com/office/officeart/2005/8/layout/orgChart1"/>
    <dgm:cxn modelId="{8C5B793F-0DE9-4418-B745-F917AF6B91AB}" type="presParOf" srcId="{6373BB4B-15CF-4863-BE69-7E3D64C6437F}" destId="{37C07B0B-500D-4659-AA55-28178A7A10F6}" srcOrd="3" destOrd="0" presId="urn:microsoft.com/office/officeart/2005/8/layout/orgChart1"/>
    <dgm:cxn modelId="{DFC16518-9D8D-49C6-B0C1-377B7F19A018}" type="presParOf" srcId="{37C07B0B-500D-4659-AA55-28178A7A10F6}" destId="{1D68FB34-4E9E-4BFA-AEC7-03AF0302C313}" srcOrd="0" destOrd="0" presId="urn:microsoft.com/office/officeart/2005/8/layout/orgChart1"/>
    <dgm:cxn modelId="{87D92A78-CEA9-42AC-A8A6-234A3292C921}" type="presParOf" srcId="{1D68FB34-4E9E-4BFA-AEC7-03AF0302C313}" destId="{4A63AB9B-F9C3-4D1E-BA04-422E2263E1C5}" srcOrd="0" destOrd="0" presId="urn:microsoft.com/office/officeart/2005/8/layout/orgChart1"/>
    <dgm:cxn modelId="{A284862D-3712-4ACC-81A2-1BD123DE464D}" type="presParOf" srcId="{1D68FB34-4E9E-4BFA-AEC7-03AF0302C313}" destId="{35554AE4-C18C-4324-88BF-D9957F354CCC}" srcOrd="1" destOrd="0" presId="urn:microsoft.com/office/officeart/2005/8/layout/orgChart1"/>
    <dgm:cxn modelId="{162A6830-00F3-4FAA-B681-515E6A14994E}" type="presParOf" srcId="{37C07B0B-500D-4659-AA55-28178A7A10F6}" destId="{D33E224A-F69D-418C-B1D4-442B95782242}" srcOrd="1" destOrd="0" presId="urn:microsoft.com/office/officeart/2005/8/layout/orgChart1"/>
    <dgm:cxn modelId="{8684730E-55A4-4EDB-8BA0-EFEED54C7951}" type="presParOf" srcId="{37C07B0B-500D-4659-AA55-28178A7A10F6}" destId="{8E80EB93-F7B2-4897-8949-524F264DF6AD}" srcOrd="2" destOrd="0" presId="urn:microsoft.com/office/officeart/2005/8/layout/orgChart1"/>
    <dgm:cxn modelId="{55296317-F73C-455D-AC32-07774029C367}" type="presParOf" srcId="{8E80EB93-F7B2-4897-8949-524F264DF6AD}" destId="{27665643-31C2-42D0-BCE9-B2D4E0865BB0}" srcOrd="0" destOrd="0" presId="urn:microsoft.com/office/officeart/2005/8/layout/orgChart1"/>
    <dgm:cxn modelId="{B09F5D9D-C804-49F9-9988-17995C010DA3}" type="presParOf" srcId="{8E80EB93-F7B2-4897-8949-524F264DF6AD}" destId="{0F5AF6D8-B0B8-47A0-935A-3DD136B1E4F3}" srcOrd="1" destOrd="0" presId="urn:microsoft.com/office/officeart/2005/8/layout/orgChart1"/>
    <dgm:cxn modelId="{97F82C8D-3D3E-4064-91ED-62B7E7D9C437}" type="presParOf" srcId="{0F5AF6D8-B0B8-47A0-935A-3DD136B1E4F3}" destId="{50A0F568-24B1-49CB-9C8F-A079B9036638}" srcOrd="0" destOrd="0" presId="urn:microsoft.com/office/officeart/2005/8/layout/orgChart1"/>
    <dgm:cxn modelId="{A3803F70-25E2-4802-BB50-3B5DC146BE5D}" type="presParOf" srcId="{50A0F568-24B1-49CB-9C8F-A079B9036638}" destId="{CE610891-3A22-4A6A-8D30-75FD03BF8B5F}" srcOrd="0" destOrd="0" presId="urn:microsoft.com/office/officeart/2005/8/layout/orgChart1"/>
    <dgm:cxn modelId="{FBD4A066-3B10-46EA-B811-C1C0AAD1DD20}" type="presParOf" srcId="{50A0F568-24B1-49CB-9C8F-A079B9036638}" destId="{72BC71F2-C312-4C8B-AC4A-FF71807B1888}" srcOrd="1" destOrd="0" presId="urn:microsoft.com/office/officeart/2005/8/layout/orgChart1"/>
    <dgm:cxn modelId="{F6D9E59D-BE54-496C-ACCE-7218F82658F7}" type="presParOf" srcId="{0F5AF6D8-B0B8-47A0-935A-3DD136B1E4F3}" destId="{08122F0C-DC56-4987-861C-2338D5D90C3F}" srcOrd="1" destOrd="0" presId="urn:microsoft.com/office/officeart/2005/8/layout/orgChart1"/>
    <dgm:cxn modelId="{A6B6A548-0DED-44C8-B56B-FA92E352BE3B}" type="presParOf" srcId="{0F5AF6D8-B0B8-47A0-935A-3DD136B1E4F3}" destId="{CCA7810C-23DE-49A5-97A4-33A928E609AB}" srcOrd="2" destOrd="0" presId="urn:microsoft.com/office/officeart/2005/8/layout/orgChart1"/>
    <dgm:cxn modelId="{49326890-B172-46BF-92A4-9A344CD62F14}" type="presParOf" srcId="{8E80EB93-F7B2-4897-8949-524F264DF6AD}" destId="{AB5BA5E8-A1F9-4CA5-8DAE-53CEAB6A0632}" srcOrd="2" destOrd="0" presId="urn:microsoft.com/office/officeart/2005/8/layout/orgChart1"/>
    <dgm:cxn modelId="{9904DA96-D411-455C-8842-9CDE5B7799B6}" type="presParOf" srcId="{8E80EB93-F7B2-4897-8949-524F264DF6AD}" destId="{7929F80E-F696-49F2-A928-7C57C2E0B072}" srcOrd="3" destOrd="0" presId="urn:microsoft.com/office/officeart/2005/8/layout/orgChart1"/>
    <dgm:cxn modelId="{2D0BBE4F-5F0B-4FC6-BEB9-0678954DD91C}" type="presParOf" srcId="{7929F80E-F696-49F2-A928-7C57C2E0B072}" destId="{82A0B54E-26D8-4A5C-B021-6AE9D3D90A3E}" srcOrd="0" destOrd="0" presId="urn:microsoft.com/office/officeart/2005/8/layout/orgChart1"/>
    <dgm:cxn modelId="{B52C4736-7C40-4C0A-8E20-C005C1F3F991}" type="presParOf" srcId="{82A0B54E-26D8-4A5C-B021-6AE9D3D90A3E}" destId="{BCFACCC6-0C0D-442C-BB77-9CC8EDDB885F}" srcOrd="0" destOrd="0" presId="urn:microsoft.com/office/officeart/2005/8/layout/orgChart1"/>
    <dgm:cxn modelId="{A1A3F276-E536-4D4F-8BEE-E39A5EBC471C}" type="presParOf" srcId="{82A0B54E-26D8-4A5C-B021-6AE9D3D90A3E}" destId="{C71B42A9-CECB-4BE8-A47C-B22B72B9C93E}" srcOrd="1" destOrd="0" presId="urn:microsoft.com/office/officeart/2005/8/layout/orgChart1"/>
    <dgm:cxn modelId="{3A2BD051-774B-465E-8DB2-BDAC9A06EC5C}" type="presParOf" srcId="{7929F80E-F696-49F2-A928-7C57C2E0B072}" destId="{275AC27B-93B1-45BD-94BA-FAEC7232D277}" srcOrd="1" destOrd="0" presId="urn:microsoft.com/office/officeart/2005/8/layout/orgChart1"/>
    <dgm:cxn modelId="{E0332E38-A4FE-4B62-9EED-315FCA8E30C2}" type="presParOf" srcId="{7929F80E-F696-49F2-A928-7C57C2E0B072}" destId="{E956E581-9C7B-4286-8EA8-AC66B7EE5EA8}" srcOrd="2" destOrd="0" presId="urn:microsoft.com/office/officeart/2005/8/layout/orgChart1"/>
    <dgm:cxn modelId="{F13B1AD7-B311-4FD3-B5E9-0B2FBFE32E6F}" type="presParOf" srcId="{8E80EB93-F7B2-4897-8949-524F264DF6AD}" destId="{6BBC9301-EB37-4C70-A2E9-52272353E8C6}" srcOrd="4" destOrd="0" presId="urn:microsoft.com/office/officeart/2005/8/layout/orgChart1"/>
    <dgm:cxn modelId="{963943AE-3C0D-4CB8-85F6-5DA06FBC09E6}" type="presParOf" srcId="{8E80EB93-F7B2-4897-8949-524F264DF6AD}" destId="{1A60CD78-A8E0-4D3E-8800-E7B1D3B1A33C}" srcOrd="5" destOrd="0" presId="urn:microsoft.com/office/officeart/2005/8/layout/orgChart1"/>
    <dgm:cxn modelId="{0869B47A-1E93-4BD2-9B3B-5595CA9C984D}" type="presParOf" srcId="{1A60CD78-A8E0-4D3E-8800-E7B1D3B1A33C}" destId="{55F2BB3C-3918-4058-8CAB-86D56BA8FFC3}" srcOrd="0" destOrd="0" presId="urn:microsoft.com/office/officeart/2005/8/layout/orgChart1"/>
    <dgm:cxn modelId="{F80510EF-438B-4055-8C39-735D07B3A772}" type="presParOf" srcId="{55F2BB3C-3918-4058-8CAB-86D56BA8FFC3}" destId="{D7DAB8D9-4B29-416E-ABF6-A46EEA6C6336}" srcOrd="0" destOrd="0" presId="urn:microsoft.com/office/officeart/2005/8/layout/orgChart1"/>
    <dgm:cxn modelId="{11C72408-647B-430D-954B-75B295933178}" type="presParOf" srcId="{55F2BB3C-3918-4058-8CAB-86D56BA8FFC3}" destId="{3B1588D9-D697-414A-831F-9578B0BA9FB6}" srcOrd="1" destOrd="0" presId="urn:microsoft.com/office/officeart/2005/8/layout/orgChart1"/>
    <dgm:cxn modelId="{370D3F1E-C0A5-4D4C-B8D7-1320255A95D5}" type="presParOf" srcId="{1A60CD78-A8E0-4D3E-8800-E7B1D3B1A33C}" destId="{5B1C9B82-E62D-49F0-BC01-4755145637DF}" srcOrd="1" destOrd="0" presId="urn:microsoft.com/office/officeart/2005/8/layout/orgChart1"/>
    <dgm:cxn modelId="{9F3E893E-08F4-4F59-A1AC-7E46B9292B01}" type="presParOf" srcId="{1A60CD78-A8E0-4D3E-8800-E7B1D3B1A33C}" destId="{37C06BBB-755E-41C2-AF8A-05E06587A580}" srcOrd="2" destOrd="0" presId="urn:microsoft.com/office/officeart/2005/8/layout/orgChart1"/>
    <dgm:cxn modelId="{DF722DEB-A401-40CD-813C-939756120191}" type="presParOf" srcId="{8E80EB93-F7B2-4897-8949-524F264DF6AD}" destId="{AE9DAF3F-C7CA-4363-8BAF-93F3360B08A2}" srcOrd="6" destOrd="0" presId="urn:microsoft.com/office/officeart/2005/8/layout/orgChart1"/>
    <dgm:cxn modelId="{194CECF5-4FBE-4004-B2DE-2D3885F32557}" type="presParOf" srcId="{8E80EB93-F7B2-4897-8949-524F264DF6AD}" destId="{EB38954D-E53E-4928-8AF6-0127279C3EED}" srcOrd="7" destOrd="0" presId="urn:microsoft.com/office/officeart/2005/8/layout/orgChart1"/>
    <dgm:cxn modelId="{8BC5708F-7E8D-49D0-9DB8-B8EA24682777}" type="presParOf" srcId="{EB38954D-E53E-4928-8AF6-0127279C3EED}" destId="{BB9E3977-4479-4B37-8F7B-2C91279C68E8}" srcOrd="0" destOrd="0" presId="urn:microsoft.com/office/officeart/2005/8/layout/orgChart1"/>
    <dgm:cxn modelId="{8E596309-5DF5-4D96-BC02-F6F9C65D96BD}" type="presParOf" srcId="{BB9E3977-4479-4B37-8F7B-2C91279C68E8}" destId="{9B920E7D-6433-4909-BD68-260033B81BE8}" srcOrd="0" destOrd="0" presId="urn:microsoft.com/office/officeart/2005/8/layout/orgChart1"/>
    <dgm:cxn modelId="{C542A776-2FC3-40A4-AE86-53F4F68BB7E6}" type="presParOf" srcId="{BB9E3977-4479-4B37-8F7B-2C91279C68E8}" destId="{B43C1007-E2F6-418E-9EEB-F2434EB27224}" srcOrd="1" destOrd="0" presId="urn:microsoft.com/office/officeart/2005/8/layout/orgChart1"/>
    <dgm:cxn modelId="{469D474C-5D10-454F-8665-AD68DBBD06DE}" type="presParOf" srcId="{EB38954D-E53E-4928-8AF6-0127279C3EED}" destId="{E2542572-EC02-41F0-9A3A-F5B33D90EAD7}" srcOrd="1" destOrd="0" presId="urn:microsoft.com/office/officeart/2005/8/layout/orgChart1"/>
    <dgm:cxn modelId="{FE545E1C-3D72-425C-94E3-F319C20504FE}" type="presParOf" srcId="{EB38954D-E53E-4928-8AF6-0127279C3EED}" destId="{EF886198-AFC6-462C-8478-3F916CC324EC}" srcOrd="2" destOrd="0" presId="urn:microsoft.com/office/officeart/2005/8/layout/orgChart1"/>
    <dgm:cxn modelId="{2C88B213-361B-4BF0-9953-36F8CF9B4C36}" type="presParOf" srcId="{6373BB4B-15CF-4863-BE69-7E3D64C6437F}" destId="{2B815B01-EBE5-4C53-9EDD-FE2D88277A11}" srcOrd="4" destOrd="0" presId="urn:microsoft.com/office/officeart/2005/8/layout/orgChart1"/>
    <dgm:cxn modelId="{A0219145-0C9D-4390-9DCE-E2FF0B2E15B8}" type="presParOf" srcId="{6373BB4B-15CF-4863-BE69-7E3D64C6437F}" destId="{4FB40FD0-2DB8-497C-9D06-40BF48C9252E}" srcOrd="5" destOrd="0" presId="urn:microsoft.com/office/officeart/2005/8/layout/orgChart1"/>
    <dgm:cxn modelId="{21B86AED-5F6A-4702-ABE3-1825D7A8736C}" type="presParOf" srcId="{4FB40FD0-2DB8-497C-9D06-40BF48C9252E}" destId="{9DCA29CB-A482-402E-ACC1-8AE7593C360A}" srcOrd="0" destOrd="0" presId="urn:microsoft.com/office/officeart/2005/8/layout/orgChart1"/>
    <dgm:cxn modelId="{4DAA1A3B-55D0-443C-9222-B23BE2D05F39}" type="presParOf" srcId="{9DCA29CB-A482-402E-ACC1-8AE7593C360A}" destId="{CD0E8E62-85D7-41B1-93FD-580C9D116847}" srcOrd="0" destOrd="0" presId="urn:microsoft.com/office/officeart/2005/8/layout/orgChart1"/>
    <dgm:cxn modelId="{BC5FF8CD-68FD-44D5-ADB9-B60A8192164C}" type="presParOf" srcId="{9DCA29CB-A482-402E-ACC1-8AE7593C360A}" destId="{FDCACB14-8B56-4D73-A157-D43D97E87D44}" srcOrd="1" destOrd="0" presId="urn:microsoft.com/office/officeart/2005/8/layout/orgChart1"/>
    <dgm:cxn modelId="{23E4C1C3-3CF0-4A17-9461-344CF5CACB4E}" type="presParOf" srcId="{4FB40FD0-2DB8-497C-9D06-40BF48C9252E}" destId="{573BE765-C4C7-4D4F-B285-A6C2B8C4E08C}" srcOrd="1" destOrd="0" presId="urn:microsoft.com/office/officeart/2005/8/layout/orgChart1"/>
    <dgm:cxn modelId="{511FD20F-9043-42D2-A737-B4CE30D3F882}" type="presParOf" srcId="{4FB40FD0-2DB8-497C-9D06-40BF48C9252E}" destId="{6200B414-423C-4878-A79D-98CB856BE4E4}" srcOrd="2" destOrd="0" presId="urn:microsoft.com/office/officeart/2005/8/layout/orgChart1"/>
    <dgm:cxn modelId="{CF58DFCF-8B01-49A0-B929-83C8F7A2A055}" type="presParOf" srcId="{6200B414-423C-4878-A79D-98CB856BE4E4}" destId="{BBF0D46E-EF56-4EB2-9738-ED9C5A7DD8A7}" srcOrd="0" destOrd="0" presId="urn:microsoft.com/office/officeart/2005/8/layout/orgChart1"/>
    <dgm:cxn modelId="{BD514D41-EBF1-40E8-B6DB-C580C420DD0D}" type="presParOf" srcId="{6200B414-423C-4878-A79D-98CB856BE4E4}" destId="{F8FC27C0-9394-47F6-B5E5-48334EDAA707}" srcOrd="1" destOrd="0" presId="urn:microsoft.com/office/officeart/2005/8/layout/orgChart1"/>
    <dgm:cxn modelId="{D2E94333-FCDF-4934-9223-31966B7499E9}" type="presParOf" srcId="{F8FC27C0-9394-47F6-B5E5-48334EDAA707}" destId="{F205BC78-4247-41A0-B8E0-5FB1A8C9465C}" srcOrd="0" destOrd="0" presId="urn:microsoft.com/office/officeart/2005/8/layout/orgChart1"/>
    <dgm:cxn modelId="{E05BBD2F-B820-4B8F-B9B3-8A9402072B8B}" type="presParOf" srcId="{F205BC78-4247-41A0-B8E0-5FB1A8C9465C}" destId="{7CAEDC36-9867-47E5-AD2F-D94D87BC998A}" srcOrd="0" destOrd="0" presId="urn:microsoft.com/office/officeart/2005/8/layout/orgChart1"/>
    <dgm:cxn modelId="{FF531FCE-C0F6-4148-8FD7-0FC712A69ACD}" type="presParOf" srcId="{F205BC78-4247-41A0-B8E0-5FB1A8C9465C}" destId="{2EFDFB9A-2E87-471F-AA07-D5CE644F02FE}" srcOrd="1" destOrd="0" presId="urn:microsoft.com/office/officeart/2005/8/layout/orgChart1"/>
    <dgm:cxn modelId="{3B0FFDDA-BBD8-4544-8CCD-0E412D977C76}" type="presParOf" srcId="{F8FC27C0-9394-47F6-B5E5-48334EDAA707}" destId="{301C66F0-7096-4D13-BF83-20DCD4721D7E}" srcOrd="1" destOrd="0" presId="urn:microsoft.com/office/officeart/2005/8/layout/orgChart1"/>
    <dgm:cxn modelId="{9FB9F43A-3510-4F2F-8F3F-2962AAE54EF7}" type="presParOf" srcId="{F8FC27C0-9394-47F6-B5E5-48334EDAA707}" destId="{8CF8BB87-F735-43A3-A781-40E1569BDB43}" srcOrd="2" destOrd="0" presId="urn:microsoft.com/office/officeart/2005/8/layout/orgChart1"/>
    <dgm:cxn modelId="{E82398BC-25E3-4ADC-97E8-9352D8A7E9F6}" type="presParOf" srcId="{6200B414-423C-4878-A79D-98CB856BE4E4}" destId="{1616658F-FB4D-4A75-A81A-BF222685958F}" srcOrd="2" destOrd="0" presId="urn:microsoft.com/office/officeart/2005/8/layout/orgChart1"/>
    <dgm:cxn modelId="{76F01B41-62C2-410F-9D85-626B62C4C9F9}" type="presParOf" srcId="{6200B414-423C-4878-A79D-98CB856BE4E4}" destId="{E2AEF0E6-E72B-4D4F-AD61-9B94473B32B2}" srcOrd="3" destOrd="0" presId="urn:microsoft.com/office/officeart/2005/8/layout/orgChart1"/>
    <dgm:cxn modelId="{5B155136-FCBA-4467-B40C-10D16B4C8907}" type="presParOf" srcId="{E2AEF0E6-E72B-4D4F-AD61-9B94473B32B2}" destId="{55632F82-B724-41EE-AB74-51B0DE7A2E6C}" srcOrd="0" destOrd="0" presId="urn:microsoft.com/office/officeart/2005/8/layout/orgChart1"/>
    <dgm:cxn modelId="{9649134A-8BEA-4550-B13A-9CD599183966}" type="presParOf" srcId="{55632F82-B724-41EE-AB74-51B0DE7A2E6C}" destId="{40F1A870-F563-4992-83A0-D13308026164}" srcOrd="0" destOrd="0" presId="urn:microsoft.com/office/officeart/2005/8/layout/orgChart1"/>
    <dgm:cxn modelId="{4CA031F1-DAA6-466D-878B-74ECE5529D27}" type="presParOf" srcId="{55632F82-B724-41EE-AB74-51B0DE7A2E6C}" destId="{9E7427A6-020A-4078-99FC-2FDF850AB637}" srcOrd="1" destOrd="0" presId="urn:microsoft.com/office/officeart/2005/8/layout/orgChart1"/>
    <dgm:cxn modelId="{D45128CB-C6DD-4EF8-B7C1-1375C82C8C8E}" type="presParOf" srcId="{E2AEF0E6-E72B-4D4F-AD61-9B94473B32B2}" destId="{D5FEB7F3-505A-4DCA-B7B6-13C2801A9BE6}" srcOrd="1" destOrd="0" presId="urn:microsoft.com/office/officeart/2005/8/layout/orgChart1"/>
    <dgm:cxn modelId="{962EF5D5-F147-4195-A98A-7D15F139CED4}" type="presParOf" srcId="{E2AEF0E6-E72B-4D4F-AD61-9B94473B32B2}" destId="{4F9CAA80-D60C-4CCE-B9F5-B31A4FAEAF37}" srcOrd="2" destOrd="0" presId="urn:microsoft.com/office/officeart/2005/8/layout/orgChart1"/>
    <dgm:cxn modelId="{C64EA21B-F265-4C38-8B85-3798015F21B4}" type="presParOf" srcId="{6373BB4B-15CF-4863-BE69-7E3D64C6437F}" destId="{FC9E6C22-902D-4CDB-9BAB-5B47D10A3471}" srcOrd="6" destOrd="0" presId="urn:microsoft.com/office/officeart/2005/8/layout/orgChart1"/>
    <dgm:cxn modelId="{F5E85EFD-FB77-43D0-9530-0E06DE596B58}" type="presParOf" srcId="{6373BB4B-15CF-4863-BE69-7E3D64C6437F}" destId="{E831FE66-2CDD-4982-926F-CDB913DE0161}" srcOrd="7" destOrd="0" presId="urn:microsoft.com/office/officeart/2005/8/layout/orgChart1"/>
    <dgm:cxn modelId="{A51B3FED-0CC5-4D69-84EF-1B4F004B3DE8}" type="presParOf" srcId="{E831FE66-2CDD-4982-926F-CDB913DE0161}" destId="{DB89DCDD-DD4B-40C3-BA77-C63A035080EC}" srcOrd="0" destOrd="0" presId="urn:microsoft.com/office/officeart/2005/8/layout/orgChart1"/>
    <dgm:cxn modelId="{6ED12A0B-F655-44EE-9F9A-2CB2791DB770}" type="presParOf" srcId="{DB89DCDD-DD4B-40C3-BA77-C63A035080EC}" destId="{4A059427-76EB-48CB-8ABA-984AA6C3773E}" srcOrd="0" destOrd="0" presId="urn:microsoft.com/office/officeart/2005/8/layout/orgChart1"/>
    <dgm:cxn modelId="{FAA28158-64BA-4A0C-876D-219594413D15}" type="presParOf" srcId="{DB89DCDD-DD4B-40C3-BA77-C63A035080EC}" destId="{19C7C396-89D4-419F-ACE2-3E8C488062D7}" srcOrd="1" destOrd="0" presId="urn:microsoft.com/office/officeart/2005/8/layout/orgChart1"/>
    <dgm:cxn modelId="{283CD3BA-8CA7-4971-906D-09B22FC1E184}" type="presParOf" srcId="{E831FE66-2CDD-4982-926F-CDB913DE0161}" destId="{8509D4D6-AEEE-47FA-A469-7CABA3DA7509}" srcOrd="1" destOrd="0" presId="urn:microsoft.com/office/officeart/2005/8/layout/orgChart1"/>
    <dgm:cxn modelId="{8F9F2F04-DB62-4E22-93D5-D9ABB4600611}" type="presParOf" srcId="{E831FE66-2CDD-4982-926F-CDB913DE0161}" destId="{0F03F113-6956-4386-A516-A41E6F7E4D80}" srcOrd="2" destOrd="0" presId="urn:microsoft.com/office/officeart/2005/8/layout/orgChart1"/>
    <dgm:cxn modelId="{5F7F8805-B9C8-499C-979D-9A5D0C5A6D5D}" type="presParOf" srcId="{0F03F113-6956-4386-A516-A41E6F7E4D80}" destId="{527A6C02-21B3-4AA8-8913-E8E4407190F3}" srcOrd="0" destOrd="0" presId="urn:microsoft.com/office/officeart/2005/8/layout/orgChart1"/>
    <dgm:cxn modelId="{85296473-0CC2-49D4-9C0E-6E6291885CFF}" type="presParOf" srcId="{0F03F113-6956-4386-A516-A41E6F7E4D80}" destId="{A5A2C0DA-A44C-4A3B-9884-5897FB25D329}" srcOrd="1" destOrd="0" presId="urn:microsoft.com/office/officeart/2005/8/layout/orgChart1"/>
    <dgm:cxn modelId="{1BAEABB2-B65D-4A91-AB56-9F1E295816DC}" type="presParOf" srcId="{A5A2C0DA-A44C-4A3B-9884-5897FB25D329}" destId="{AFD37708-F00F-461C-B95A-C0A77F0B208B}" srcOrd="0" destOrd="0" presId="urn:microsoft.com/office/officeart/2005/8/layout/orgChart1"/>
    <dgm:cxn modelId="{F175A854-A84A-4AA2-BD76-B09C27481433}" type="presParOf" srcId="{AFD37708-F00F-461C-B95A-C0A77F0B208B}" destId="{7797A2BD-E85A-425D-9E2E-50ADC0AB75BD}" srcOrd="0" destOrd="0" presId="urn:microsoft.com/office/officeart/2005/8/layout/orgChart1"/>
    <dgm:cxn modelId="{EBE96DBA-E857-4EF4-BCC5-E72DE3A2DC6F}" type="presParOf" srcId="{AFD37708-F00F-461C-B95A-C0A77F0B208B}" destId="{B5243923-6DD7-4CF1-8C0E-992D2610F7CF}" srcOrd="1" destOrd="0" presId="urn:microsoft.com/office/officeart/2005/8/layout/orgChart1"/>
    <dgm:cxn modelId="{33326096-A995-4574-9A0D-089D309D2971}" type="presParOf" srcId="{A5A2C0DA-A44C-4A3B-9884-5897FB25D329}" destId="{CB402BDE-B466-4A6A-8C60-9802C10DB86B}" srcOrd="1" destOrd="0" presId="urn:microsoft.com/office/officeart/2005/8/layout/orgChart1"/>
    <dgm:cxn modelId="{DE82F206-C1C7-440A-8D59-7B2CDDC35840}" type="presParOf" srcId="{A5A2C0DA-A44C-4A3B-9884-5897FB25D329}" destId="{EE4407FE-D45C-4FF2-8368-190936B241B2}" srcOrd="2" destOrd="0" presId="urn:microsoft.com/office/officeart/2005/8/layout/orgChart1"/>
    <dgm:cxn modelId="{E851EB62-B020-478E-9C22-887FF7581F0C}" type="presParOf" srcId="{0F03F113-6956-4386-A516-A41E6F7E4D80}" destId="{2CDAFEAB-0701-432D-8B80-9E7C5E8A8D3F}" srcOrd="2" destOrd="0" presId="urn:microsoft.com/office/officeart/2005/8/layout/orgChart1"/>
    <dgm:cxn modelId="{48718F93-5EE1-49AD-9452-C0E6D8E1E458}" type="presParOf" srcId="{0F03F113-6956-4386-A516-A41E6F7E4D80}" destId="{7C3D5EF6-41BA-4E3C-AEA9-C327FE1D3511}" srcOrd="3" destOrd="0" presId="urn:microsoft.com/office/officeart/2005/8/layout/orgChart1"/>
    <dgm:cxn modelId="{649B87C0-6495-4554-933D-CFBDB80A3A29}" type="presParOf" srcId="{7C3D5EF6-41BA-4E3C-AEA9-C327FE1D3511}" destId="{65C67B83-5A50-4523-878F-FFA303011728}" srcOrd="0" destOrd="0" presId="urn:microsoft.com/office/officeart/2005/8/layout/orgChart1"/>
    <dgm:cxn modelId="{374E2430-EF65-4B39-9E8C-091EAC3BB741}" type="presParOf" srcId="{65C67B83-5A50-4523-878F-FFA303011728}" destId="{72CCF2EE-C800-4F43-9E0E-167CF3F8D991}" srcOrd="0" destOrd="0" presId="urn:microsoft.com/office/officeart/2005/8/layout/orgChart1"/>
    <dgm:cxn modelId="{EF649A1E-480A-484F-BC21-7B72D4A76C9F}" type="presParOf" srcId="{65C67B83-5A50-4523-878F-FFA303011728}" destId="{5200E439-F68D-405B-830F-DD21476925F5}" srcOrd="1" destOrd="0" presId="urn:microsoft.com/office/officeart/2005/8/layout/orgChart1"/>
    <dgm:cxn modelId="{53EA0C29-B54A-4646-BF65-CAA6F8FDA248}" type="presParOf" srcId="{7C3D5EF6-41BA-4E3C-AEA9-C327FE1D3511}" destId="{06933E69-0F4E-458E-AA6E-7969849F109C}" srcOrd="1" destOrd="0" presId="urn:microsoft.com/office/officeart/2005/8/layout/orgChart1"/>
    <dgm:cxn modelId="{EB0B7D75-E666-4B3B-AF26-0DF019F1BA20}" type="presParOf" srcId="{7C3D5EF6-41BA-4E3C-AEA9-C327FE1D3511}" destId="{6F9926AB-8107-4B85-B1A2-D999662DF48E}" srcOrd="2" destOrd="0" presId="urn:microsoft.com/office/officeart/2005/8/layout/orgChart1"/>
    <dgm:cxn modelId="{7DA90B9C-84AF-4CEA-ABA5-8E41D0122EBB}" type="presParOf" srcId="{6373BB4B-15CF-4863-BE69-7E3D64C6437F}" destId="{2B7C06D6-E995-4A72-9DD1-6344E864D1C5}" srcOrd="8" destOrd="0" presId="urn:microsoft.com/office/officeart/2005/8/layout/orgChart1"/>
    <dgm:cxn modelId="{9B7C6E88-B6E1-4A79-9C2E-5C77E772EDC9}" type="presParOf" srcId="{6373BB4B-15CF-4863-BE69-7E3D64C6437F}" destId="{418CD4B5-B8B3-4BA3-AC1C-A148013D3A6B}" srcOrd="9" destOrd="0" presId="urn:microsoft.com/office/officeart/2005/8/layout/orgChart1"/>
    <dgm:cxn modelId="{D3EBF30F-D257-4CD2-8447-5BF8133192D5}" type="presParOf" srcId="{418CD4B5-B8B3-4BA3-AC1C-A148013D3A6B}" destId="{AFDE2F5E-1566-46A4-B26E-855AB2C7A6EE}" srcOrd="0" destOrd="0" presId="urn:microsoft.com/office/officeart/2005/8/layout/orgChart1"/>
    <dgm:cxn modelId="{E3828D22-5424-4E3F-B803-4E87A79AB1E9}" type="presParOf" srcId="{AFDE2F5E-1566-46A4-B26E-855AB2C7A6EE}" destId="{39D31D31-14CA-46BC-886C-47EA8A626F86}" srcOrd="0" destOrd="0" presId="urn:microsoft.com/office/officeart/2005/8/layout/orgChart1"/>
    <dgm:cxn modelId="{28500183-2314-470F-8B36-0FC3870B5641}" type="presParOf" srcId="{AFDE2F5E-1566-46A4-B26E-855AB2C7A6EE}" destId="{D0339872-60C2-49EA-A150-7E096F076DF0}" srcOrd="1" destOrd="0" presId="urn:microsoft.com/office/officeart/2005/8/layout/orgChart1"/>
    <dgm:cxn modelId="{D61CD182-EAE0-43CB-A58E-34A3AFC171FB}" type="presParOf" srcId="{418CD4B5-B8B3-4BA3-AC1C-A148013D3A6B}" destId="{1D68374E-F1FE-4920-AB69-3F65FE2AF4AC}" srcOrd="1" destOrd="0" presId="urn:microsoft.com/office/officeart/2005/8/layout/orgChart1"/>
    <dgm:cxn modelId="{537E758A-A9B7-4D03-8A2C-CED5D71BB015}" type="presParOf" srcId="{418CD4B5-B8B3-4BA3-AC1C-A148013D3A6B}" destId="{2EA00A8F-43CE-444F-9D1B-37B268836B1B}" srcOrd="2" destOrd="0" presId="urn:microsoft.com/office/officeart/2005/8/layout/orgChart1"/>
    <dgm:cxn modelId="{895B2B03-BA24-488E-835D-C977CE705343}" type="presParOf" srcId="{2EA00A8F-43CE-444F-9D1B-37B268836B1B}" destId="{83D2A2DD-90F3-4CE7-8CCD-93C70C31BDDD}" srcOrd="0" destOrd="0" presId="urn:microsoft.com/office/officeart/2005/8/layout/orgChart1"/>
    <dgm:cxn modelId="{D8D5DDB2-5E0A-495B-8D11-F3358EA18B3A}" type="presParOf" srcId="{2EA00A8F-43CE-444F-9D1B-37B268836B1B}" destId="{466DAC1F-62CA-4C0A-92DB-3317F8095FC2}" srcOrd="1" destOrd="0" presId="urn:microsoft.com/office/officeart/2005/8/layout/orgChart1"/>
    <dgm:cxn modelId="{11FC873D-F37D-4EC7-ADCC-6D4DDFAA264C}" type="presParOf" srcId="{466DAC1F-62CA-4C0A-92DB-3317F8095FC2}" destId="{F88096FF-1484-4F2B-85F0-F5AA68838030}" srcOrd="0" destOrd="0" presId="urn:microsoft.com/office/officeart/2005/8/layout/orgChart1"/>
    <dgm:cxn modelId="{49FA889F-1A47-4D7F-896A-33B3E1BB336C}" type="presParOf" srcId="{F88096FF-1484-4F2B-85F0-F5AA68838030}" destId="{9261202B-BB97-4F4D-AECF-9EDE94256159}" srcOrd="0" destOrd="0" presId="urn:microsoft.com/office/officeart/2005/8/layout/orgChart1"/>
    <dgm:cxn modelId="{64CC5292-E827-4930-9534-0DB2A2B73CF2}" type="presParOf" srcId="{F88096FF-1484-4F2B-85F0-F5AA68838030}" destId="{AA7B3C1B-91EA-4100-82E4-8D89D91975AB}" srcOrd="1" destOrd="0" presId="urn:microsoft.com/office/officeart/2005/8/layout/orgChart1"/>
    <dgm:cxn modelId="{D090E63D-15A6-4964-A820-59420585FC09}" type="presParOf" srcId="{466DAC1F-62CA-4C0A-92DB-3317F8095FC2}" destId="{6B3DADE7-6902-4DB2-A9C4-F8A1C807B329}" srcOrd="1" destOrd="0" presId="urn:microsoft.com/office/officeart/2005/8/layout/orgChart1"/>
    <dgm:cxn modelId="{2CFCDA33-83B7-41C7-9711-066E378182B6}" type="presParOf" srcId="{466DAC1F-62CA-4C0A-92DB-3317F8095FC2}" destId="{489E42C7-6D26-4CA4-940A-D33F6092A74D}" srcOrd="2" destOrd="0" presId="urn:microsoft.com/office/officeart/2005/8/layout/orgChart1"/>
    <dgm:cxn modelId="{B9D2D4AB-B411-45D9-9C7B-6DAA46D3D716}" type="presParOf" srcId="{2EA00A8F-43CE-444F-9D1B-37B268836B1B}" destId="{9B3D7115-FE37-459B-A6B2-D055997D67B3}" srcOrd="2" destOrd="0" presId="urn:microsoft.com/office/officeart/2005/8/layout/orgChart1"/>
    <dgm:cxn modelId="{57EA6B3B-E4FC-4AFE-BE1B-2BB7F4617EB6}" type="presParOf" srcId="{2EA00A8F-43CE-444F-9D1B-37B268836B1B}" destId="{3F436ABE-3DB0-4729-91E4-C36D4DD19894}" srcOrd="3" destOrd="0" presId="urn:microsoft.com/office/officeart/2005/8/layout/orgChart1"/>
    <dgm:cxn modelId="{6A88D667-9B78-4BFF-9B62-6C6E868C92FB}" type="presParOf" srcId="{3F436ABE-3DB0-4729-91E4-C36D4DD19894}" destId="{7B2A8D79-EEF9-40A5-8A62-D7E2C5D23560}" srcOrd="0" destOrd="0" presId="urn:microsoft.com/office/officeart/2005/8/layout/orgChart1"/>
    <dgm:cxn modelId="{A962297F-8501-41AC-9DE6-EB9451310512}" type="presParOf" srcId="{7B2A8D79-EEF9-40A5-8A62-D7E2C5D23560}" destId="{E419DD2E-AAC5-486F-87C5-786E3B7E0B27}" srcOrd="0" destOrd="0" presId="urn:microsoft.com/office/officeart/2005/8/layout/orgChart1"/>
    <dgm:cxn modelId="{FD36A5A8-3266-46B4-856F-E9B24F4ED1B5}" type="presParOf" srcId="{7B2A8D79-EEF9-40A5-8A62-D7E2C5D23560}" destId="{C2BA5473-9272-48CF-80F9-A9E493FEA086}" srcOrd="1" destOrd="0" presId="urn:microsoft.com/office/officeart/2005/8/layout/orgChart1"/>
    <dgm:cxn modelId="{BC13FBBD-D06D-4B25-B677-7D7FFCEC00AB}" type="presParOf" srcId="{3F436ABE-3DB0-4729-91E4-C36D4DD19894}" destId="{D875A495-C379-487F-9CDF-ECBA08EFFFCC}" srcOrd="1" destOrd="0" presId="urn:microsoft.com/office/officeart/2005/8/layout/orgChart1"/>
    <dgm:cxn modelId="{959DCE6E-6E96-4C8A-8641-122C71E70BD9}" type="presParOf" srcId="{3F436ABE-3DB0-4729-91E4-C36D4DD19894}" destId="{CE5592A9-B02B-47AA-A9E7-2FC0D3B00795}" srcOrd="2" destOrd="0" presId="urn:microsoft.com/office/officeart/2005/8/layout/orgChart1"/>
    <dgm:cxn modelId="{EA44F765-E37F-4605-9F79-32B0696CF126}" type="presParOf" srcId="{BA0DFDE9-1F31-4FF1-A2DD-F9FBC2B45E62}" destId="{096F9C93-2D4F-4CE6-8AC6-0CD7EE05B1D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07267-C849-43BF-9007-96DEB85F8940}">
      <dsp:nvSpPr>
        <dsp:cNvPr id="0" name=""/>
        <dsp:cNvSpPr/>
      </dsp:nvSpPr>
      <dsp:spPr>
        <a:xfrm>
          <a:off x="2030" y="417146"/>
          <a:ext cx="1890949" cy="567284"/>
        </a:xfrm>
        <a:prstGeom prst="chevron">
          <a:avLst>
            <a:gd name="adj" fmla="val 3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1</a:t>
          </a:r>
        </a:p>
      </dsp:txBody>
      <dsp:txXfrm>
        <a:off x="172215" y="417146"/>
        <a:ext cx="1550579" cy="567284"/>
      </dsp:txXfrm>
    </dsp:sp>
    <dsp:sp modelId="{9F729971-CB9A-4FD1-AD1D-33529A87876A}">
      <dsp:nvSpPr>
        <dsp:cNvPr id="0" name=""/>
        <dsp:cNvSpPr/>
      </dsp:nvSpPr>
      <dsp:spPr>
        <a:xfrm>
          <a:off x="2030" y="984431"/>
          <a:ext cx="1720763" cy="316732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Blending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Chemical mixing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Dispersions &amp; Emulsions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Focus on Production chemicals &amp; Drilling Products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Analytical capabilities and product customization</a:t>
          </a:r>
        </a:p>
      </dsp:txBody>
      <dsp:txXfrm>
        <a:off x="2030" y="984431"/>
        <a:ext cx="1720763" cy="3167326"/>
      </dsp:txXfrm>
    </dsp:sp>
    <dsp:sp modelId="{AD0852B2-8724-47BF-AAB1-C98848C112AF}">
      <dsp:nvSpPr>
        <dsp:cNvPr id="0" name=""/>
        <dsp:cNvSpPr/>
      </dsp:nvSpPr>
      <dsp:spPr>
        <a:xfrm>
          <a:off x="1864876" y="417146"/>
          <a:ext cx="1890949" cy="567284"/>
        </a:xfrm>
        <a:prstGeom prst="chevron">
          <a:avLst>
            <a:gd name="adj" fmla="val 30000"/>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2</a:t>
          </a:r>
        </a:p>
      </dsp:txBody>
      <dsp:txXfrm>
        <a:off x="2035061" y="417146"/>
        <a:ext cx="1550579" cy="567284"/>
      </dsp:txXfrm>
    </dsp:sp>
    <dsp:sp modelId="{1DF57555-8BCB-4815-BC5A-E2ED9377E6EF}">
      <dsp:nvSpPr>
        <dsp:cNvPr id="0" name=""/>
        <dsp:cNvSpPr/>
      </dsp:nvSpPr>
      <dsp:spPr>
        <a:xfrm>
          <a:off x="1864876" y="984431"/>
          <a:ext cx="1720763" cy="3167326"/>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Blending and Chemical Reactions </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Creating new molecular entities through chemical reactions of gaseous, liquid or solid raw materials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Advance analytical capabilities</a:t>
          </a:r>
        </a:p>
      </dsp:txBody>
      <dsp:txXfrm>
        <a:off x="1864876" y="984431"/>
        <a:ext cx="1720763" cy="3167326"/>
      </dsp:txXfrm>
    </dsp:sp>
    <dsp:sp modelId="{D7FCE641-3744-41AD-9C1D-098088738380}">
      <dsp:nvSpPr>
        <dsp:cNvPr id="0" name=""/>
        <dsp:cNvSpPr/>
      </dsp:nvSpPr>
      <dsp:spPr>
        <a:xfrm>
          <a:off x="3727722" y="417146"/>
          <a:ext cx="1890949" cy="567284"/>
        </a:xfrm>
        <a:prstGeom prst="chevron">
          <a:avLst>
            <a:gd name="adj" fmla="val 30000"/>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3</a:t>
          </a:r>
        </a:p>
      </dsp:txBody>
      <dsp:txXfrm>
        <a:off x="3897907" y="417146"/>
        <a:ext cx="1550579" cy="567284"/>
      </dsp:txXfrm>
    </dsp:sp>
    <dsp:sp modelId="{B4B9D8A5-E63B-4B2F-A796-7402416000C2}">
      <dsp:nvSpPr>
        <dsp:cNvPr id="0" name=""/>
        <dsp:cNvSpPr/>
      </dsp:nvSpPr>
      <dsp:spPr>
        <a:xfrm>
          <a:off x="3727722" y="984431"/>
          <a:ext cx="1720763" cy="3167326"/>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Product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Synthesis and process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Applications testing lab</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Scale up and pilot plant facilities</a:t>
          </a:r>
        </a:p>
      </dsp:txBody>
      <dsp:txXfrm>
        <a:off x="3727722" y="984431"/>
        <a:ext cx="1720763" cy="3167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D7115-FE37-459B-A6B2-D055997D67B3}">
      <dsp:nvSpPr>
        <dsp:cNvPr id="0" name=""/>
        <dsp:cNvSpPr/>
      </dsp:nvSpPr>
      <dsp:spPr>
        <a:xfrm>
          <a:off x="10101596" y="20549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D2A2DD-90F3-4CE7-8CCD-93C70C31BDDD}">
      <dsp:nvSpPr>
        <dsp:cNvPr id="0" name=""/>
        <dsp:cNvSpPr/>
      </dsp:nvSpPr>
      <dsp:spPr>
        <a:xfrm>
          <a:off x="10003267" y="20549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7C06D6-E995-4A72-9DD1-6344E864D1C5}">
      <dsp:nvSpPr>
        <dsp:cNvPr id="0" name=""/>
        <dsp:cNvSpPr/>
      </dsp:nvSpPr>
      <dsp:spPr>
        <a:xfrm>
          <a:off x="5569131" y="1390096"/>
          <a:ext cx="4532465" cy="196656"/>
        </a:xfrm>
        <a:custGeom>
          <a:avLst/>
          <a:gdLst/>
          <a:ahLst/>
          <a:cxnLst/>
          <a:rect l="0" t="0" r="0" b="0"/>
          <a:pathLst>
            <a:path>
              <a:moveTo>
                <a:pt x="0" y="0"/>
              </a:moveTo>
              <a:lnTo>
                <a:pt x="0" y="98328"/>
              </a:lnTo>
              <a:lnTo>
                <a:pt x="4532465" y="98328"/>
              </a:lnTo>
              <a:lnTo>
                <a:pt x="4532465"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DAFEAB-0701-432D-8B80-9E7C5E8A8D3F}">
      <dsp:nvSpPr>
        <dsp:cNvPr id="0" name=""/>
        <dsp:cNvSpPr/>
      </dsp:nvSpPr>
      <dsp:spPr>
        <a:xfrm>
          <a:off x="7835363" y="20549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7A6C02-21B3-4AA8-8913-E8E4407190F3}">
      <dsp:nvSpPr>
        <dsp:cNvPr id="0" name=""/>
        <dsp:cNvSpPr/>
      </dsp:nvSpPr>
      <dsp:spPr>
        <a:xfrm>
          <a:off x="7737035" y="20549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9E6C22-902D-4CDB-9BAB-5B47D10A3471}">
      <dsp:nvSpPr>
        <dsp:cNvPr id="0" name=""/>
        <dsp:cNvSpPr/>
      </dsp:nvSpPr>
      <dsp:spPr>
        <a:xfrm>
          <a:off x="5569131" y="1390096"/>
          <a:ext cx="2266232" cy="196656"/>
        </a:xfrm>
        <a:custGeom>
          <a:avLst/>
          <a:gdLst/>
          <a:ahLst/>
          <a:cxnLst/>
          <a:rect l="0" t="0" r="0" b="0"/>
          <a:pathLst>
            <a:path>
              <a:moveTo>
                <a:pt x="0" y="0"/>
              </a:moveTo>
              <a:lnTo>
                <a:pt x="0" y="98328"/>
              </a:lnTo>
              <a:lnTo>
                <a:pt x="2266232" y="98328"/>
              </a:lnTo>
              <a:lnTo>
                <a:pt x="2266232"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16658F-FB4D-4A75-A81A-BF222685958F}">
      <dsp:nvSpPr>
        <dsp:cNvPr id="0" name=""/>
        <dsp:cNvSpPr/>
      </dsp:nvSpPr>
      <dsp:spPr>
        <a:xfrm>
          <a:off x="5569131" y="20549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F0D46E-EF56-4EB2-9738-ED9C5A7DD8A7}">
      <dsp:nvSpPr>
        <dsp:cNvPr id="0" name=""/>
        <dsp:cNvSpPr/>
      </dsp:nvSpPr>
      <dsp:spPr>
        <a:xfrm>
          <a:off x="5470802" y="20549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815B01-EBE5-4C53-9EDD-FE2D88277A11}">
      <dsp:nvSpPr>
        <dsp:cNvPr id="0" name=""/>
        <dsp:cNvSpPr/>
      </dsp:nvSpPr>
      <dsp:spPr>
        <a:xfrm>
          <a:off x="5523411" y="1390096"/>
          <a:ext cx="91440" cy="196656"/>
        </a:xfrm>
        <a:custGeom>
          <a:avLst/>
          <a:gdLst/>
          <a:ahLst/>
          <a:cxnLst/>
          <a:rect l="0" t="0" r="0" b="0"/>
          <a:pathLst>
            <a:path>
              <a:moveTo>
                <a:pt x="45720" y="0"/>
              </a:moveTo>
              <a:lnTo>
                <a:pt x="4572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9DAF3F-C7CA-4363-8BAF-93F3360B08A2}">
      <dsp:nvSpPr>
        <dsp:cNvPr id="0" name=""/>
        <dsp:cNvSpPr/>
      </dsp:nvSpPr>
      <dsp:spPr>
        <a:xfrm>
          <a:off x="3257178" y="2054982"/>
          <a:ext cx="91440" cy="1119734"/>
        </a:xfrm>
        <a:custGeom>
          <a:avLst/>
          <a:gdLst/>
          <a:ahLst/>
          <a:cxnLst/>
          <a:rect l="0" t="0" r="0" b="0"/>
          <a:pathLst>
            <a:path>
              <a:moveTo>
                <a:pt x="45720" y="0"/>
              </a:moveTo>
              <a:lnTo>
                <a:pt x="45720" y="1119734"/>
              </a:lnTo>
              <a:lnTo>
                <a:pt x="136022" y="11197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BC9301-EB37-4C70-A2E9-52272353E8C6}">
      <dsp:nvSpPr>
        <dsp:cNvPr id="0" name=""/>
        <dsp:cNvSpPr/>
      </dsp:nvSpPr>
      <dsp:spPr>
        <a:xfrm>
          <a:off x="3204570" y="2054982"/>
          <a:ext cx="98328" cy="1095657"/>
        </a:xfrm>
        <a:custGeom>
          <a:avLst/>
          <a:gdLst/>
          <a:ahLst/>
          <a:cxnLst/>
          <a:rect l="0" t="0" r="0" b="0"/>
          <a:pathLst>
            <a:path>
              <a:moveTo>
                <a:pt x="98328" y="0"/>
              </a:moveTo>
              <a:lnTo>
                <a:pt x="98328" y="1095657"/>
              </a:lnTo>
              <a:lnTo>
                <a:pt x="0" y="10956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5BA5E8-A1F9-4CA5-8DAE-53CEAB6A0632}">
      <dsp:nvSpPr>
        <dsp:cNvPr id="0" name=""/>
        <dsp:cNvSpPr/>
      </dsp:nvSpPr>
      <dsp:spPr>
        <a:xfrm>
          <a:off x="3302898" y="20549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665643-31C2-42D0-BCE9-B2D4E0865BB0}">
      <dsp:nvSpPr>
        <dsp:cNvPr id="0" name=""/>
        <dsp:cNvSpPr/>
      </dsp:nvSpPr>
      <dsp:spPr>
        <a:xfrm>
          <a:off x="3204570" y="20549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C2A08D-726C-4CAE-852C-18DF718DD24F}">
      <dsp:nvSpPr>
        <dsp:cNvPr id="0" name=""/>
        <dsp:cNvSpPr/>
      </dsp:nvSpPr>
      <dsp:spPr>
        <a:xfrm>
          <a:off x="3302898" y="1390096"/>
          <a:ext cx="2266232" cy="196656"/>
        </a:xfrm>
        <a:custGeom>
          <a:avLst/>
          <a:gdLst/>
          <a:ahLst/>
          <a:cxnLst/>
          <a:rect l="0" t="0" r="0" b="0"/>
          <a:pathLst>
            <a:path>
              <a:moveTo>
                <a:pt x="2266232" y="0"/>
              </a:moveTo>
              <a:lnTo>
                <a:pt x="2266232" y="98328"/>
              </a:lnTo>
              <a:lnTo>
                <a:pt x="0" y="98328"/>
              </a:lnTo>
              <a:lnTo>
                <a:pt x="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F3457C-7A73-4F7C-8E22-2EFA5151828A}">
      <dsp:nvSpPr>
        <dsp:cNvPr id="0" name=""/>
        <dsp:cNvSpPr/>
      </dsp:nvSpPr>
      <dsp:spPr>
        <a:xfrm>
          <a:off x="1036665" y="20549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D48274-E8FD-40C1-9221-D517F4F8D5A2}">
      <dsp:nvSpPr>
        <dsp:cNvPr id="0" name=""/>
        <dsp:cNvSpPr/>
      </dsp:nvSpPr>
      <dsp:spPr>
        <a:xfrm>
          <a:off x="938337" y="20549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841C62-5D1C-499F-9989-B86E3C0314CB}">
      <dsp:nvSpPr>
        <dsp:cNvPr id="0" name=""/>
        <dsp:cNvSpPr/>
      </dsp:nvSpPr>
      <dsp:spPr>
        <a:xfrm>
          <a:off x="1036665" y="1390096"/>
          <a:ext cx="4532465" cy="196656"/>
        </a:xfrm>
        <a:custGeom>
          <a:avLst/>
          <a:gdLst/>
          <a:ahLst/>
          <a:cxnLst/>
          <a:rect l="0" t="0" r="0" b="0"/>
          <a:pathLst>
            <a:path>
              <a:moveTo>
                <a:pt x="4532465" y="0"/>
              </a:moveTo>
              <a:lnTo>
                <a:pt x="4532465" y="98328"/>
              </a:lnTo>
              <a:lnTo>
                <a:pt x="0" y="98328"/>
              </a:lnTo>
              <a:lnTo>
                <a:pt x="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34CCD3-E051-4DA6-9201-B3DCA30CBEC6}">
      <dsp:nvSpPr>
        <dsp:cNvPr id="0" name=""/>
        <dsp:cNvSpPr/>
      </dsp:nvSpPr>
      <dsp:spPr>
        <a:xfrm>
          <a:off x="5100901" y="921866"/>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dirty="0"/>
            <a:t>FM / AVP</a:t>
          </a:r>
        </a:p>
      </dsp:txBody>
      <dsp:txXfrm>
        <a:off x="5100901" y="921866"/>
        <a:ext cx="936459" cy="468229"/>
      </dsp:txXfrm>
    </dsp:sp>
    <dsp:sp modelId="{90D4E7BE-CAD8-45AC-9D68-44805CF23272}">
      <dsp:nvSpPr>
        <dsp:cNvPr id="0" name=""/>
        <dsp:cNvSpPr/>
      </dsp:nvSpPr>
      <dsp:spPr>
        <a:xfrm>
          <a:off x="568436" y="15867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dirty="0"/>
            <a:t>Production </a:t>
          </a:r>
          <a:r>
            <a:rPr lang="en-IN" sz="1300" b="1" kern="1200" dirty="0" err="1"/>
            <a:t>Incharge</a:t>
          </a:r>
          <a:endParaRPr lang="en-IN" sz="1300" b="1" kern="1200" dirty="0"/>
        </a:p>
      </dsp:txBody>
      <dsp:txXfrm>
        <a:off x="568436" y="1586752"/>
        <a:ext cx="936459" cy="468229"/>
      </dsp:txXfrm>
    </dsp:sp>
    <dsp:sp modelId="{AF465395-6967-4390-8354-2B74C756F202}">
      <dsp:nvSpPr>
        <dsp:cNvPr id="0" name=""/>
        <dsp:cNvSpPr/>
      </dsp:nvSpPr>
      <dsp:spPr>
        <a:xfrm>
          <a:off x="1878"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Operator</a:t>
          </a:r>
        </a:p>
      </dsp:txBody>
      <dsp:txXfrm>
        <a:off x="1878" y="2251639"/>
        <a:ext cx="936459" cy="468229"/>
      </dsp:txXfrm>
    </dsp:sp>
    <dsp:sp modelId="{4DDEA8E2-8E82-4757-8235-9463C5180FE4}">
      <dsp:nvSpPr>
        <dsp:cNvPr id="0" name=""/>
        <dsp:cNvSpPr/>
      </dsp:nvSpPr>
      <dsp:spPr>
        <a:xfrm>
          <a:off x="1134994"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Operator</a:t>
          </a:r>
        </a:p>
      </dsp:txBody>
      <dsp:txXfrm>
        <a:off x="1134994" y="2251639"/>
        <a:ext cx="936459" cy="468229"/>
      </dsp:txXfrm>
    </dsp:sp>
    <dsp:sp modelId="{4A63AB9B-F9C3-4D1E-BA04-422E2263E1C5}">
      <dsp:nvSpPr>
        <dsp:cNvPr id="0" name=""/>
        <dsp:cNvSpPr/>
      </dsp:nvSpPr>
      <dsp:spPr>
        <a:xfrm>
          <a:off x="2834668" y="15867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Admin Incharge</a:t>
          </a:r>
        </a:p>
      </dsp:txBody>
      <dsp:txXfrm>
        <a:off x="2834668" y="1586752"/>
        <a:ext cx="936459" cy="468229"/>
      </dsp:txXfrm>
    </dsp:sp>
    <dsp:sp modelId="{CE610891-3A22-4A6A-8D30-75FD03BF8B5F}">
      <dsp:nvSpPr>
        <dsp:cNvPr id="0" name=""/>
        <dsp:cNvSpPr/>
      </dsp:nvSpPr>
      <dsp:spPr>
        <a:xfrm>
          <a:off x="2268110"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Sales</a:t>
          </a:r>
        </a:p>
      </dsp:txBody>
      <dsp:txXfrm>
        <a:off x="2268110" y="2251639"/>
        <a:ext cx="936459" cy="468229"/>
      </dsp:txXfrm>
    </dsp:sp>
    <dsp:sp modelId="{BCFACCC6-0C0D-442C-BB77-9CC8EDDB885F}">
      <dsp:nvSpPr>
        <dsp:cNvPr id="0" name=""/>
        <dsp:cNvSpPr/>
      </dsp:nvSpPr>
      <dsp:spPr>
        <a:xfrm>
          <a:off x="3401226"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Procurement</a:t>
          </a:r>
        </a:p>
      </dsp:txBody>
      <dsp:txXfrm>
        <a:off x="3401226" y="2251639"/>
        <a:ext cx="936459" cy="468229"/>
      </dsp:txXfrm>
    </dsp:sp>
    <dsp:sp modelId="{D7DAB8D9-4B29-416E-ABF6-A46EEA6C6336}">
      <dsp:nvSpPr>
        <dsp:cNvPr id="0" name=""/>
        <dsp:cNvSpPr/>
      </dsp:nvSpPr>
      <dsp:spPr>
        <a:xfrm>
          <a:off x="2268110" y="2916525"/>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HR</a:t>
          </a:r>
        </a:p>
      </dsp:txBody>
      <dsp:txXfrm>
        <a:off x="2268110" y="2916525"/>
        <a:ext cx="936459" cy="468229"/>
      </dsp:txXfrm>
    </dsp:sp>
    <dsp:sp modelId="{9B920E7D-6433-4909-BD68-260033B81BE8}">
      <dsp:nvSpPr>
        <dsp:cNvPr id="0" name=""/>
        <dsp:cNvSpPr/>
      </dsp:nvSpPr>
      <dsp:spPr>
        <a:xfrm>
          <a:off x="3393201" y="294060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Accounts</a:t>
          </a:r>
        </a:p>
      </dsp:txBody>
      <dsp:txXfrm>
        <a:off x="3393201" y="2940602"/>
        <a:ext cx="936459" cy="468229"/>
      </dsp:txXfrm>
    </dsp:sp>
    <dsp:sp modelId="{CD0E8E62-85D7-41B1-93FD-580C9D116847}">
      <dsp:nvSpPr>
        <dsp:cNvPr id="0" name=""/>
        <dsp:cNvSpPr/>
      </dsp:nvSpPr>
      <dsp:spPr>
        <a:xfrm>
          <a:off x="5100901" y="15867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Incharge</a:t>
          </a:r>
        </a:p>
      </dsp:txBody>
      <dsp:txXfrm>
        <a:off x="5100901" y="1586752"/>
        <a:ext cx="936459" cy="468229"/>
      </dsp:txXfrm>
    </dsp:sp>
    <dsp:sp modelId="{7CAEDC36-9867-47E5-AD2F-D94D87BC998A}">
      <dsp:nvSpPr>
        <dsp:cNvPr id="0" name=""/>
        <dsp:cNvSpPr/>
      </dsp:nvSpPr>
      <dsp:spPr>
        <a:xfrm>
          <a:off x="4534343"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Chemist</a:t>
          </a:r>
        </a:p>
      </dsp:txBody>
      <dsp:txXfrm>
        <a:off x="4534343" y="2251639"/>
        <a:ext cx="936459" cy="468229"/>
      </dsp:txXfrm>
    </dsp:sp>
    <dsp:sp modelId="{40F1A870-F563-4992-83A0-D13308026164}">
      <dsp:nvSpPr>
        <dsp:cNvPr id="0" name=""/>
        <dsp:cNvSpPr/>
      </dsp:nvSpPr>
      <dsp:spPr>
        <a:xfrm>
          <a:off x="5667459"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Chemist</a:t>
          </a:r>
        </a:p>
      </dsp:txBody>
      <dsp:txXfrm>
        <a:off x="5667459" y="2251639"/>
        <a:ext cx="936459" cy="468229"/>
      </dsp:txXfrm>
    </dsp:sp>
    <dsp:sp modelId="{4A059427-76EB-48CB-8ABA-984AA6C3773E}">
      <dsp:nvSpPr>
        <dsp:cNvPr id="0" name=""/>
        <dsp:cNvSpPr/>
      </dsp:nvSpPr>
      <dsp:spPr>
        <a:xfrm>
          <a:off x="7367133" y="15867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QC Incharge</a:t>
          </a:r>
        </a:p>
      </dsp:txBody>
      <dsp:txXfrm>
        <a:off x="7367133" y="1586752"/>
        <a:ext cx="936459" cy="468229"/>
      </dsp:txXfrm>
    </dsp:sp>
    <dsp:sp modelId="{7797A2BD-E85A-425D-9E2E-50ADC0AB75BD}">
      <dsp:nvSpPr>
        <dsp:cNvPr id="0" name=""/>
        <dsp:cNvSpPr/>
      </dsp:nvSpPr>
      <dsp:spPr>
        <a:xfrm>
          <a:off x="6800575"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Lab Chemist</a:t>
          </a:r>
        </a:p>
      </dsp:txBody>
      <dsp:txXfrm>
        <a:off x="6800575" y="2251639"/>
        <a:ext cx="936459" cy="468229"/>
      </dsp:txXfrm>
    </dsp:sp>
    <dsp:sp modelId="{72CCF2EE-C800-4F43-9E0E-167CF3F8D991}">
      <dsp:nvSpPr>
        <dsp:cNvPr id="0" name=""/>
        <dsp:cNvSpPr/>
      </dsp:nvSpPr>
      <dsp:spPr>
        <a:xfrm>
          <a:off x="7933691"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Lab Chemist</a:t>
          </a:r>
        </a:p>
      </dsp:txBody>
      <dsp:txXfrm>
        <a:off x="7933691" y="2251639"/>
        <a:ext cx="936459" cy="468229"/>
      </dsp:txXfrm>
    </dsp:sp>
    <dsp:sp modelId="{39D31D31-14CA-46BC-886C-47EA8A626F86}">
      <dsp:nvSpPr>
        <dsp:cNvPr id="0" name=""/>
        <dsp:cNvSpPr/>
      </dsp:nvSpPr>
      <dsp:spPr>
        <a:xfrm>
          <a:off x="9633366" y="15867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Marketing</a:t>
          </a:r>
        </a:p>
      </dsp:txBody>
      <dsp:txXfrm>
        <a:off x="9633366" y="1586752"/>
        <a:ext cx="936459" cy="468229"/>
      </dsp:txXfrm>
    </dsp:sp>
    <dsp:sp modelId="{9261202B-BB97-4F4D-AECF-9EDE94256159}">
      <dsp:nvSpPr>
        <dsp:cNvPr id="0" name=""/>
        <dsp:cNvSpPr/>
      </dsp:nvSpPr>
      <dsp:spPr>
        <a:xfrm>
          <a:off x="9066808"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Executive</a:t>
          </a:r>
        </a:p>
      </dsp:txBody>
      <dsp:txXfrm>
        <a:off x="9066808" y="2251639"/>
        <a:ext cx="936459" cy="468229"/>
      </dsp:txXfrm>
    </dsp:sp>
    <dsp:sp modelId="{E419DD2E-AAC5-486F-87C5-786E3B7E0B27}">
      <dsp:nvSpPr>
        <dsp:cNvPr id="0" name=""/>
        <dsp:cNvSpPr/>
      </dsp:nvSpPr>
      <dsp:spPr>
        <a:xfrm>
          <a:off x="10199924" y="2251639"/>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Executive</a:t>
          </a:r>
        </a:p>
      </dsp:txBody>
      <dsp:txXfrm>
        <a:off x="10199924" y="2251639"/>
        <a:ext cx="936459" cy="468229"/>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95B8C-BE22-4BD0-958A-CDD2BFC695AF}" type="datetimeFigureOut">
              <a:rPr lang="en-US" smtClean="0"/>
              <a:t>2/14/2021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B462A2-B998-434A-925E-A1F983ADD133}" type="slidenum">
              <a:rPr lang="en-US" smtClean="0"/>
              <a:t>‹#›</a:t>
            </a:fld>
            <a:endParaRPr lang="en-US"/>
          </a:p>
        </p:txBody>
      </p:sp>
    </p:spTree>
    <p:extLst>
      <p:ext uri="{BB962C8B-B14F-4D97-AF65-F5344CB8AC3E}">
        <p14:creationId xmlns:p14="http://schemas.microsoft.com/office/powerpoint/2010/main" val="178739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B462A2-B998-434A-925E-A1F983ADD133}" type="slidenum">
              <a:rPr lang="en-US" smtClean="0"/>
              <a:t>11</a:t>
            </a:fld>
            <a:endParaRPr lang="en-US"/>
          </a:p>
        </p:txBody>
      </p:sp>
    </p:spTree>
    <p:extLst>
      <p:ext uri="{BB962C8B-B14F-4D97-AF65-F5344CB8AC3E}">
        <p14:creationId xmlns:p14="http://schemas.microsoft.com/office/powerpoint/2010/main" val="2372967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578971-C26A-4767-8D19-AEB78D3AA23C}" type="slidenum">
              <a:rPr lang="en-US" smtClean="0"/>
              <a:t>15</a:t>
            </a:fld>
            <a:endParaRPr lang="en-US" dirty="0"/>
          </a:p>
        </p:txBody>
      </p:sp>
    </p:spTree>
    <p:extLst>
      <p:ext uri="{BB962C8B-B14F-4D97-AF65-F5344CB8AC3E}">
        <p14:creationId xmlns:p14="http://schemas.microsoft.com/office/powerpoint/2010/main" val="217224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D3A9-7A4B-47D2-B7DB-71CA6CDF82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002F35-05BE-4CFA-B32E-66A396B758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71B4A1-CD58-4B34-81C7-B8B4C9656988}"/>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A9A8B15D-2247-4B79-84E3-D4DB7DA5A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57273-0C42-4A8F-9FEF-CA926B855E98}"/>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98022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B94D-0563-450A-B09C-C812008AE6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420656-6F50-442D-A33C-848B87384E1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E2FB9-C910-4E79-87E2-16926250F43D}"/>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534DE7AC-8682-4544-81A4-3C54DF69E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19C79-A077-441F-AC34-7385094FD7F7}"/>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498009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3A92-DC16-47FE-B4E4-B2B7E3B0BD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8A99B1-B5CD-4454-B2B3-7052F75F54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75D5DEA-C01F-46DA-AB2A-BBEA6A995923}"/>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A56D9C45-0002-4591-A909-06833EC2DC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237B0-70A1-4459-97F0-226784ABF370}"/>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125268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2760-942C-49C6-B394-FE73055613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58BF4-CB83-4DD5-B644-47B75D381F1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5A794E-4379-475E-96B5-7193D231C01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F43F1-9338-490D-973A-049DDEEC5FCC}"/>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6" name="Footer Placeholder 5">
            <a:extLst>
              <a:ext uri="{FF2B5EF4-FFF2-40B4-BE49-F238E27FC236}">
                <a16:creationId xmlns:a16="http://schemas.microsoft.com/office/drawing/2014/main" id="{72E66993-D633-4736-A15E-CD9AD3526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2D9EF4-8077-4B75-904C-0D7C9AEAF7D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4244889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C457-E5E6-413F-A8FD-7FDEF26654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51BE-294D-429F-88A5-918B20C17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34B3B6-EB99-414E-BEA9-65F0758E95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9536B5-C315-44B5-8BFA-D7FBDB0784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F36A74F-CDA7-40CD-B16A-84B75C3B51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E141D5-B892-4872-9F36-3B09887259FE}"/>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8" name="Footer Placeholder 7">
            <a:extLst>
              <a:ext uri="{FF2B5EF4-FFF2-40B4-BE49-F238E27FC236}">
                <a16:creationId xmlns:a16="http://schemas.microsoft.com/office/drawing/2014/main" id="{D518163E-1DAA-4765-8D4D-CB52BC89C0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BC61F0-6300-4A4A-8BE7-F5C4ED20A4B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066466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39ED-0C83-4D8E-95A6-0E2553AA01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1A4559-85A4-45F0-8416-D966BE8826DF}"/>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4" name="Footer Placeholder 3">
            <a:extLst>
              <a:ext uri="{FF2B5EF4-FFF2-40B4-BE49-F238E27FC236}">
                <a16:creationId xmlns:a16="http://schemas.microsoft.com/office/drawing/2014/main" id="{16CACEFC-4F2E-4644-817E-E9BFB3B985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19B249-3857-4F22-853D-9F144014A49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414709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00341-9ACE-45DE-B766-4FD7DE7D7675}"/>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3" name="Footer Placeholder 2">
            <a:extLst>
              <a:ext uri="{FF2B5EF4-FFF2-40B4-BE49-F238E27FC236}">
                <a16:creationId xmlns:a16="http://schemas.microsoft.com/office/drawing/2014/main" id="{6ABB519A-1EF7-4CDC-8026-7C27C24478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A1102F-2BAB-4EC2-95C2-ADC369EB98B8}"/>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56835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AFCE-C56B-48F1-BCB8-1D038AB40F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2CA0B0-BD21-4C84-8492-1CC56BCD16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8D1D44-5312-4DA7-80D7-A0BAC37BC4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05767D5-5A41-4EC0-9741-3034653149B8}"/>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6" name="Footer Placeholder 5">
            <a:extLst>
              <a:ext uri="{FF2B5EF4-FFF2-40B4-BE49-F238E27FC236}">
                <a16:creationId xmlns:a16="http://schemas.microsoft.com/office/drawing/2014/main" id="{E5164BC6-1980-4072-A81A-34DF6B115A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22C6B4-F179-4DAD-857B-7D4ABBD2CC6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94726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D44B-0944-44BE-A160-AE8EBB5F7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4450E9-2E0B-4832-B935-55A4C08658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5B035B-7A27-4EE6-825A-F64B6ADD6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047B9B-EC69-45E8-8DE7-4959E80F12C4}"/>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6" name="Footer Placeholder 5">
            <a:extLst>
              <a:ext uri="{FF2B5EF4-FFF2-40B4-BE49-F238E27FC236}">
                <a16:creationId xmlns:a16="http://schemas.microsoft.com/office/drawing/2014/main" id="{0BE0509E-DCF0-4E33-8DA9-D75F6BC894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891C9-B7E5-4CB8-A998-A3767F52388B}"/>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94456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F7176-15E2-41E1-B989-17346AB470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3AE147-5EEF-4833-B5E1-EE219E15016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B72FA-B314-462A-910C-86464561740F}"/>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C9CF8ED7-4996-4F7E-BE50-1B294B841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B64EB7-4FC4-4333-8182-7940CA9481B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055555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9729A-8F22-4FE3-B7DD-7C51F9EBFC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F8CB86-60DF-47DE-9D55-526D5B75396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92E38-3BA7-4461-B2DD-C258BF7171BA}"/>
              </a:ext>
            </a:extLst>
          </p:cNvPr>
          <p:cNvSpPr>
            <a:spLocks noGrp="1"/>
          </p:cNvSpPr>
          <p:nvPr>
            <p:ph type="dt" sz="half" idx="10"/>
          </p:nvPr>
        </p:nvSpPr>
        <p:spPr/>
        <p:txBody>
          <a:body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DCA71C77-946C-415B-9867-AD8711A57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F332CF-CA77-40D4-BED1-C34E3C99626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313181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555665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D11B5-3881-4E87-89B6-9982D0A1C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77D6D4-AC10-46FB-8360-1FDB1C159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C390EA-D1F8-4CC3-85E4-EF99F3C48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01C34-3908-4D2B-8265-168472951D8A}" type="datetimeFigureOut">
              <a:rPr lang="en-US" smtClean="0"/>
              <a:t>2/14/2021</a:t>
            </a:fld>
            <a:endParaRPr lang="en-US"/>
          </a:p>
        </p:txBody>
      </p:sp>
      <p:sp>
        <p:nvSpPr>
          <p:cNvPr id="5" name="Footer Placeholder 4">
            <a:extLst>
              <a:ext uri="{FF2B5EF4-FFF2-40B4-BE49-F238E27FC236}">
                <a16:creationId xmlns:a16="http://schemas.microsoft.com/office/drawing/2014/main" id="{3830C0C6-9D2F-4D83-A9B1-AD0F2BA477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5DE10C-E6CC-4B8E-B563-A14EFBEF3A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3C805-7ED9-4746-AF73-F2C06CA6377E}" type="slidenum">
              <a:rPr lang="en-US" smtClean="0"/>
              <a:t>‹#›</a:t>
            </a:fld>
            <a:endParaRPr lang="en-US"/>
          </a:p>
        </p:txBody>
      </p:sp>
    </p:spTree>
    <p:extLst>
      <p:ext uri="{BB962C8B-B14F-4D97-AF65-F5344CB8AC3E}">
        <p14:creationId xmlns:p14="http://schemas.microsoft.com/office/powerpoint/2010/main" val="531013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diagramLayout" Target="../diagrams/layout1.xml"/><Relationship Id="rId7" Type="http://schemas.openxmlformats.org/officeDocument/2006/relationships/image" Target="../media/image13.jp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mond 1"/>
          <p:cNvSpPr/>
          <p:nvPr/>
        </p:nvSpPr>
        <p:spPr>
          <a:xfrm>
            <a:off x="0" y="0"/>
            <a:ext cx="6274192" cy="6119445"/>
          </a:xfrm>
          <a:prstGeom prst="diamond">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mond 2"/>
          <p:cNvSpPr/>
          <p:nvPr/>
        </p:nvSpPr>
        <p:spPr>
          <a:xfrm>
            <a:off x="3123027" y="2546253"/>
            <a:ext cx="2869810" cy="2843719"/>
          </a:xfrm>
          <a:prstGeom prst="diamond">
            <a:avLst/>
          </a:prstGeom>
          <a:noFill/>
          <a:ln w="254000" cmpd="sng">
            <a:solidFill>
              <a:srgbClr val="853227">
                <a:alpha val="6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629025" y="5761534"/>
            <a:ext cx="7048500" cy="579646"/>
          </a:xfrm>
          <a:prstGeom prst="rect">
            <a:avLst/>
          </a:prstGeom>
        </p:spPr>
        <p:txBody>
          <a:bodyPr wrap="square">
            <a:spAutoFit/>
          </a:bodyPr>
          <a:lstStyle/>
          <a:p>
            <a:pPr>
              <a:lnSpc>
                <a:spcPts val="3800"/>
              </a:lnSpc>
            </a:pPr>
            <a:r>
              <a:rPr lang="en-US" sz="3200" b="1" dirty="0">
                <a:solidFill>
                  <a:srgbClr val="853227"/>
                </a:solidFill>
                <a:effectLst>
                  <a:outerShdw blurRad="38100" dist="38100" dir="2700000" algn="tl">
                    <a:srgbClr val="000000">
                      <a:alpha val="43137"/>
                    </a:srgbClr>
                  </a:outerShdw>
                </a:effectLst>
                <a:latin typeface="Century" panose="02040604050505020304" pitchFamily="18" charset="0"/>
                <a:ea typeface="Roboto" panose="02000000000000000000" pitchFamily="2" charset="0"/>
                <a:cs typeface="Latha" panose="020B0604020202020204" pitchFamily="34" charset="0"/>
              </a:rPr>
              <a:t>Blending Facility Proposal</a:t>
            </a:r>
            <a:endParaRPr lang="en-US" sz="3200" b="1" dirty="0">
              <a:solidFill>
                <a:srgbClr val="853227"/>
              </a:solidFill>
              <a:effectLst>
                <a:outerShdw blurRad="38100" dist="38100" dir="2700000" algn="tl">
                  <a:srgbClr val="000000">
                    <a:alpha val="43137"/>
                  </a:srgbClr>
                </a:outerShdw>
              </a:effectLst>
              <a:latin typeface="Century" panose="02040604050505020304" pitchFamily="18" charset="0"/>
              <a:ea typeface="Roboto" panose="02000000000000000000" pitchFamily="2" charset="0"/>
            </a:endParaRPr>
          </a:p>
        </p:txBody>
      </p:sp>
    </p:spTree>
    <p:extLst>
      <p:ext uri="{BB962C8B-B14F-4D97-AF65-F5344CB8AC3E}">
        <p14:creationId xmlns:p14="http://schemas.microsoft.com/office/powerpoint/2010/main" val="5478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6BB5450A-C5B5-4CEB-B3A7-EBBA1870CDAE}"/>
              </a:ext>
            </a:extLst>
          </p:cNvPr>
          <p:cNvGrpSpPr/>
          <p:nvPr/>
        </p:nvGrpSpPr>
        <p:grpSpPr>
          <a:xfrm>
            <a:off x="7953375" y="771858"/>
            <a:ext cx="3505200" cy="5486401"/>
            <a:chOff x="5257800" y="1371600"/>
            <a:chExt cx="3505200" cy="5486401"/>
          </a:xfrm>
        </p:grpSpPr>
        <p:pic>
          <p:nvPicPr>
            <p:cNvPr id="12" name="Picture 14" descr="http://t0.gstatic.com/images?q=tbn:ANd9GcTjk9C5JQVurcBL5_5eoMNvBBIWRpBuwxPVZOQSYCNw4AVS-PJu">
              <a:extLst>
                <a:ext uri="{FF2B5EF4-FFF2-40B4-BE49-F238E27FC236}">
                  <a16:creationId xmlns:a16="http://schemas.microsoft.com/office/drawing/2014/main" id="{4AD75288-0D4A-4741-8203-FB30881CC211}"/>
                </a:ext>
              </a:extLst>
            </p:cNvPr>
            <p:cNvPicPr>
              <a:picLocks noChangeAspect="1" noChangeArrowheads="1"/>
            </p:cNvPicPr>
            <p:nvPr/>
          </p:nvPicPr>
          <p:blipFill>
            <a:blip r:embed="rId2" cstate="print"/>
            <a:srcRect/>
            <a:stretch>
              <a:fillRect/>
            </a:stretch>
          </p:blipFill>
          <p:spPr bwMode="auto">
            <a:xfrm>
              <a:off x="6172200" y="2971800"/>
              <a:ext cx="2590800" cy="1771651"/>
            </a:xfrm>
            <a:prstGeom prst="rect">
              <a:avLst/>
            </a:prstGeom>
            <a:noFill/>
          </p:spPr>
        </p:pic>
        <p:pic>
          <p:nvPicPr>
            <p:cNvPr id="13" name="Picture 10" descr="http://t0.gstatic.com/images?q=tbn:ANd9GcTHOQp0WofunJ1L1-OCW96YdPqNZf5zo9KSB14qZGqrYm-paO5upEaGy11u5A">
              <a:extLst>
                <a:ext uri="{FF2B5EF4-FFF2-40B4-BE49-F238E27FC236}">
                  <a16:creationId xmlns:a16="http://schemas.microsoft.com/office/drawing/2014/main" id="{23CF55CA-1038-46A5-BF18-60ECE09E07B3}"/>
                </a:ext>
              </a:extLst>
            </p:cNvPr>
            <p:cNvPicPr>
              <a:picLocks noChangeAspect="1" noChangeArrowheads="1"/>
            </p:cNvPicPr>
            <p:nvPr/>
          </p:nvPicPr>
          <p:blipFill>
            <a:blip r:embed="rId3" cstate="print"/>
            <a:srcRect/>
            <a:stretch>
              <a:fillRect/>
            </a:stretch>
          </p:blipFill>
          <p:spPr bwMode="auto">
            <a:xfrm>
              <a:off x="5257800" y="4724401"/>
              <a:ext cx="3505200" cy="2133600"/>
            </a:xfrm>
            <a:prstGeom prst="rect">
              <a:avLst/>
            </a:prstGeom>
            <a:noFill/>
          </p:spPr>
        </p:pic>
        <p:pic>
          <p:nvPicPr>
            <p:cNvPr id="14" name="Picture 2" descr="http://t2.gstatic.com/images?q=tbn:ANd9GcTfOneMwzDJSSaS66wLuBWWdU5tD_DUtGvsL2dTeoEOupdLMLe6O5uDgz3dFg">
              <a:extLst>
                <a:ext uri="{FF2B5EF4-FFF2-40B4-BE49-F238E27FC236}">
                  <a16:creationId xmlns:a16="http://schemas.microsoft.com/office/drawing/2014/main" id="{DB3E9916-49D1-4AB1-A4EC-BC84D5A1C4A5}"/>
                </a:ext>
              </a:extLst>
            </p:cNvPr>
            <p:cNvPicPr>
              <a:picLocks noChangeAspect="1" noChangeArrowheads="1"/>
            </p:cNvPicPr>
            <p:nvPr/>
          </p:nvPicPr>
          <p:blipFill>
            <a:blip r:embed="rId4" cstate="print"/>
            <a:srcRect/>
            <a:stretch>
              <a:fillRect/>
            </a:stretch>
          </p:blipFill>
          <p:spPr bwMode="auto">
            <a:xfrm>
              <a:off x="5257800" y="4572000"/>
              <a:ext cx="1485900" cy="1133476"/>
            </a:xfrm>
            <a:prstGeom prst="rect">
              <a:avLst/>
            </a:prstGeom>
            <a:noFill/>
          </p:spPr>
        </p:pic>
        <p:pic>
          <p:nvPicPr>
            <p:cNvPr id="15" name="Picture 6" descr="http://www.modul.spb.ru/img/flash/danger1.JPG">
              <a:extLst>
                <a:ext uri="{FF2B5EF4-FFF2-40B4-BE49-F238E27FC236}">
                  <a16:creationId xmlns:a16="http://schemas.microsoft.com/office/drawing/2014/main" id="{EA1EBE44-8D8E-4112-A624-12823E113F65}"/>
                </a:ext>
              </a:extLst>
            </p:cNvPr>
            <p:cNvPicPr>
              <a:picLocks noChangeAspect="1" noChangeArrowheads="1"/>
            </p:cNvPicPr>
            <p:nvPr/>
          </p:nvPicPr>
          <p:blipFill>
            <a:blip r:embed="rId5" cstate="print"/>
            <a:srcRect/>
            <a:stretch>
              <a:fillRect/>
            </a:stretch>
          </p:blipFill>
          <p:spPr bwMode="auto">
            <a:xfrm>
              <a:off x="6172200" y="1371600"/>
              <a:ext cx="2590800" cy="1600200"/>
            </a:xfrm>
            <a:prstGeom prst="rect">
              <a:avLst/>
            </a:prstGeom>
            <a:noFill/>
          </p:spPr>
        </p:pic>
        <p:pic>
          <p:nvPicPr>
            <p:cNvPr id="16" name="Picture 12" descr="http://us.cdn2.123rf.com/168nwm/petdcat/petdcat0910/petdcat091000020/5635868-asian-woman-working-in-a-laboratory-with-chemicals.jpg">
              <a:extLst>
                <a:ext uri="{FF2B5EF4-FFF2-40B4-BE49-F238E27FC236}">
                  <a16:creationId xmlns:a16="http://schemas.microsoft.com/office/drawing/2014/main" id="{C44EAF25-22D4-4A26-8AB9-663FF65E1380}"/>
                </a:ext>
              </a:extLst>
            </p:cNvPr>
            <p:cNvPicPr>
              <a:picLocks noChangeAspect="1" noChangeArrowheads="1"/>
            </p:cNvPicPr>
            <p:nvPr/>
          </p:nvPicPr>
          <p:blipFill>
            <a:blip r:embed="rId6" cstate="print"/>
            <a:srcRect/>
            <a:stretch>
              <a:fillRect/>
            </a:stretch>
          </p:blipFill>
          <p:spPr bwMode="auto">
            <a:xfrm>
              <a:off x="5257800" y="2971800"/>
              <a:ext cx="1066800" cy="1600200"/>
            </a:xfrm>
            <a:prstGeom prst="rect">
              <a:avLst/>
            </a:prstGeom>
            <a:noFill/>
          </p:spPr>
        </p:pic>
        <p:pic>
          <p:nvPicPr>
            <p:cNvPr id="17" name="Picture 22" descr="http://css.nitrobahn.com/wp-content/uploads/2011/08/commercial-trucks.jpg">
              <a:extLst>
                <a:ext uri="{FF2B5EF4-FFF2-40B4-BE49-F238E27FC236}">
                  <a16:creationId xmlns:a16="http://schemas.microsoft.com/office/drawing/2014/main" id="{CE5034F9-E5C8-47B1-9CAB-E627E16E177C}"/>
                </a:ext>
              </a:extLst>
            </p:cNvPr>
            <p:cNvPicPr>
              <a:picLocks noChangeAspect="1" noChangeArrowheads="1"/>
            </p:cNvPicPr>
            <p:nvPr/>
          </p:nvPicPr>
          <p:blipFill>
            <a:blip r:embed="rId7" cstate="print"/>
            <a:srcRect/>
            <a:stretch>
              <a:fillRect/>
            </a:stretch>
          </p:blipFill>
          <p:spPr bwMode="auto">
            <a:xfrm>
              <a:off x="5257800" y="1371600"/>
              <a:ext cx="1981200" cy="1600200"/>
            </a:xfrm>
            <a:prstGeom prst="rect">
              <a:avLst/>
            </a:prstGeom>
            <a:noFill/>
          </p:spPr>
        </p:pic>
      </p:grpSp>
      <p:sp>
        <p:nvSpPr>
          <p:cNvPr id="3" name="Rectangle 2">
            <a:extLst>
              <a:ext uri="{FF2B5EF4-FFF2-40B4-BE49-F238E27FC236}">
                <a16:creationId xmlns:a16="http://schemas.microsoft.com/office/drawing/2014/main" id="{DCBFB4FE-59A3-4102-85A1-C4CDD1B4DB83}"/>
              </a:ext>
            </a:extLst>
          </p:cNvPr>
          <p:cNvSpPr/>
          <p:nvPr/>
        </p:nvSpPr>
        <p:spPr>
          <a:xfrm>
            <a:off x="333375" y="1041641"/>
            <a:ext cx="6705600" cy="3924151"/>
          </a:xfrm>
          <a:prstGeom prst="rect">
            <a:avLst/>
          </a:prstGeom>
        </p:spPr>
        <p:txBody>
          <a:bodyPr wrap="square">
            <a:spAutoFit/>
          </a:bodyPr>
          <a:lstStyle/>
          <a:p>
            <a:pPr algn="just"/>
            <a:r>
              <a:rPr lang="en-US" dirty="0">
                <a:latin typeface="Times New Roman" pitchFamily="18" charset="0"/>
                <a:cs typeface="Times New Roman" pitchFamily="18" charset="0"/>
              </a:rPr>
              <a:t>Formation of a highly reputable local blending facility that provides numerous products, services &amp; solutions to industry for Algeria and Africa region.</a:t>
            </a: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Supporting these activities by maintaining fully equipped facilities, including Laboratory, sizable warehousing &amp; offices.</a:t>
            </a: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Key operations need to be in place while leaving a multitude of important tasks to this Organization, examples include:</a:t>
            </a:r>
          </a:p>
          <a:p>
            <a:pPr algn="just"/>
            <a:endParaRPr lang="en-GB" sz="1100"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Sales &amp; Marketing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Customs Clearance &amp; Forwarding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Financial Services</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Infrastructure &amp; Logistical Support such as offices &amp; warehousing, transportation &amp; delivery, personnel and general management</a:t>
            </a:r>
            <a:endParaRPr lang="en-US" dirty="0"/>
          </a:p>
        </p:txBody>
      </p:sp>
      <p:sp>
        <p:nvSpPr>
          <p:cNvPr id="4" name="Rectangle 3">
            <a:extLst>
              <a:ext uri="{FF2B5EF4-FFF2-40B4-BE49-F238E27FC236}">
                <a16:creationId xmlns:a16="http://schemas.microsoft.com/office/drawing/2014/main" id="{DD1DD5DD-EFED-4DD3-B85A-BE72CCA10E2B}"/>
              </a:ext>
            </a:extLst>
          </p:cNvPr>
          <p:cNvSpPr/>
          <p:nvPr/>
        </p:nvSpPr>
        <p:spPr>
          <a:xfrm>
            <a:off x="333375" y="187083"/>
            <a:ext cx="2299758" cy="461665"/>
          </a:xfrm>
          <a:prstGeom prst="rect">
            <a:avLst/>
          </a:prstGeom>
        </p:spPr>
        <p:txBody>
          <a:bodyPr wrap="square">
            <a:spAutoFit/>
          </a:bodyPr>
          <a:lstStyle/>
          <a:p>
            <a:r>
              <a:rPr lang="en-US" sz="2400" b="1" dirty="0"/>
              <a:t>Vision</a:t>
            </a:r>
          </a:p>
        </p:txBody>
      </p:sp>
    </p:spTree>
    <p:extLst>
      <p:ext uri="{BB962C8B-B14F-4D97-AF65-F5344CB8AC3E}">
        <p14:creationId xmlns:p14="http://schemas.microsoft.com/office/powerpoint/2010/main" val="1592929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362503" y="150878"/>
            <a:ext cx="7789839" cy="461665"/>
          </a:xfrm>
          <a:prstGeom prst="rect">
            <a:avLst/>
          </a:prstGeom>
        </p:spPr>
        <p:txBody>
          <a:bodyPr wrap="square">
            <a:spAutoFit/>
          </a:bodyPr>
          <a:lstStyle/>
          <a:p>
            <a:r>
              <a:rPr lang="en-US" sz="2400" b="1" dirty="0"/>
              <a:t>Oilfield Chemicals Market Size</a:t>
            </a:r>
          </a:p>
        </p:txBody>
      </p:sp>
      <p:pic>
        <p:nvPicPr>
          <p:cNvPr id="11" name="Picture 10" descr="A screenshot of a cell phone&#10;&#10;Description generated with very high confidence">
            <a:extLst>
              <a:ext uri="{FF2B5EF4-FFF2-40B4-BE49-F238E27FC236}">
                <a16:creationId xmlns:a16="http://schemas.microsoft.com/office/drawing/2014/main" id="{1DEA4459-5A7B-45CE-B855-040A8575DB1E}"/>
              </a:ext>
            </a:extLst>
          </p:cNvPr>
          <p:cNvPicPr>
            <a:picLocks noChangeAspect="1"/>
          </p:cNvPicPr>
          <p:nvPr/>
        </p:nvPicPr>
        <p:blipFill>
          <a:blip r:embed="rId2"/>
          <a:stretch>
            <a:fillRect/>
          </a:stretch>
        </p:blipFill>
        <p:spPr>
          <a:xfrm>
            <a:off x="435114" y="1513682"/>
            <a:ext cx="5441381" cy="3582193"/>
          </a:xfrm>
          <a:prstGeom prst="rect">
            <a:avLst/>
          </a:prstGeom>
        </p:spPr>
      </p:pic>
      <p:pic>
        <p:nvPicPr>
          <p:cNvPr id="12" name="Picture 11" descr="A screenshot of a cell phone&#10;&#10;Description generated with very high confidence">
            <a:extLst>
              <a:ext uri="{FF2B5EF4-FFF2-40B4-BE49-F238E27FC236}">
                <a16:creationId xmlns:a16="http://schemas.microsoft.com/office/drawing/2014/main" id="{EFED731F-FE37-4F52-A44F-656DE65649A4}"/>
              </a:ext>
            </a:extLst>
          </p:cNvPr>
          <p:cNvPicPr>
            <a:picLocks noChangeAspect="1"/>
          </p:cNvPicPr>
          <p:nvPr/>
        </p:nvPicPr>
        <p:blipFill>
          <a:blip r:embed="rId3"/>
          <a:stretch>
            <a:fillRect/>
          </a:stretch>
        </p:blipFill>
        <p:spPr>
          <a:xfrm>
            <a:off x="6096000" y="1724025"/>
            <a:ext cx="5893477" cy="3095625"/>
          </a:xfrm>
          <a:prstGeom prst="rect">
            <a:avLst/>
          </a:prstGeom>
        </p:spPr>
      </p:pic>
    </p:spTree>
    <p:extLst>
      <p:ext uri="{BB962C8B-B14F-4D97-AF65-F5344CB8AC3E}">
        <p14:creationId xmlns:p14="http://schemas.microsoft.com/office/powerpoint/2010/main" val="3273327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506436" y="681037"/>
            <a:ext cx="7789839" cy="584775"/>
          </a:xfrm>
          <a:prstGeom prst="rect">
            <a:avLst/>
          </a:prstGeom>
        </p:spPr>
        <p:txBody>
          <a:bodyPr wrap="square">
            <a:spAutoFit/>
          </a:bodyPr>
          <a:lstStyle/>
          <a:p>
            <a:r>
              <a:rPr lang="en-US" sz="3200" b="1" dirty="0"/>
              <a:t>Oilfield Chemicals Segments</a:t>
            </a:r>
          </a:p>
        </p:txBody>
      </p:sp>
      <p:pic>
        <p:nvPicPr>
          <p:cNvPr id="3" name="Picture 2">
            <a:extLst>
              <a:ext uri="{FF2B5EF4-FFF2-40B4-BE49-F238E27FC236}">
                <a16:creationId xmlns:a16="http://schemas.microsoft.com/office/drawing/2014/main" id="{A05BCC01-4D2A-449F-BEF7-02795EA6EE27}"/>
              </a:ext>
            </a:extLst>
          </p:cNvPr>
          <p:cNvPicPr>
            <a:picLocks noChangeAspect="1"/>
          </p:cNvPicPr>
          <p:nvPr/>
        </p:nvPicPr>
        <p:blipFill>
          <a:blip r:embed="rId2"/>
          <a:stretch>
            <a:fillRect/>
          </a:stretch>
        </p:blipFill>
        <p:spPr>
          <a:xfrm>
            <a:off x="1062037" y="1472932"/>
            <a:ext cx="10067925" cy="5014912"/>
          </a:xfrm>
          <a:prstGeom prst="rect">
            <a:avLst/>
          </a:prstGeom>
        </p:spPr>
      </p:pic>
    </p:spTree>
    <p:extLst>
      <p:ext uri="{BB962C8B-B14F-4D97-AF65-F5344CB8AC3E}">
        <p14:creationId xmlns:p14="http://schemas.microsoft.com/office/powerpoint/2010/main" val="232670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6A7973-1E25-4124-A681-8E77D2828EAD}"/>
              </a:ext>
            </a:extLst>
          </p:cNvPr>
          <p:cNvSpPr/>
          <p:nvPr/>
        </p:nvSpPr>
        <p:spPr>
          <a:xfrm>
            <a:off x="435516" y="698619"/>
            <a:ext cx="5035289" cy="584775"/>
          </a:xfrm>
          <a:prstGeom prst="rect">
            <a:avLst/>
          </a:prstGeom>
        </p:spPr>
        <p:txBody>
          <a:bodyPr wrap="none">
            <a:spAutoFit/>
          </a:bodyPr>
          <a:lstStyle/>
          <a:p>
            <a:r>
              <a:rPr lang="en-US" sz="3200" b="1" dirty="0"/>
              <a:t>Chemical Blending Roadmap</a:t>
            </a:r>
          </a:p>
        </p:txBody>
      </p:sp>
      <p:sp>
        <p:nvSpPr>
          <p:cNvPr id="2" name="TextBox 1">
            <a:extLst>
              <a:ext uri="{FF2B5EF4-FFF2-40B4-BE49-F238E27FC236}">
                <a16:creationId xmlns:a16="http://schemas.microsoft.com/office/drawing/2014/main" id="{E918D0D3-1019-4143-B33B-E09686EDF1EF}"/>
              </a:ext>
            </a:extLst>
          </p:cNvPr>
          <p:cNvSpPr txBox="1"/>
          <p:nvPr/>
        </p:nvSpPr>
        <p:spPr>
          <a:xfrm>
            <a:off x="695325" y="1524000"/>
            <a:ext cx="10715625"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can start with a simple Small to Medium Size “Fit for Purpose” Blending Facility in total $400k-$500K.</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need a covered area with 2-3 Blenders and storage area as below. </a:t>
            </a:r>
            <a:endParaRPr lang="en-US" dirty="0"/>
          </a:p>
        </p:txBody>
      </p:sp>
      <p:pic>
        <p:nvPicPr>
          <p:cNvPr id="3" name="Picture 2">
            <a:extLst>
              <a:ext uri="{FF2B5EF4-FFF2-40B4-BE49-F238E27FC236}">
                <a16:creationId xmlns:a16="http://schemas.microsoft.com/office/drawing/2014/main" id="{6A5765D6-520E-4455-A591-E0E2DDF1EBD4}"/>
              </a:ext>
            </a:extLst>
          </p:cNvPr>
          <p:cNvPicPr>
            <a:picLocks noChangeAspect="1"/>
          </p:cNvPicPr>
          <p:nvPr/>
        </p:nvPicPr>
        <p:blipFill>
          <a:blip r:embed="rId2"/>
          <a:stretch>
            <a:fillRect/>
          </a:stretch>
        </p:blipFill>
        <p:spPr>
          <a:xfrm>
            <a:off x="1143000" y="2837554"/>
            <a:ext cx="4744416" cy="3391795"/>
          </a:xfrm>
          <a:prstGeom prst="rect">
            <a:avLst/>
          </a:prstGeom>
        </p:spPr>
      </p:pic>
      <p:pic>
        <p:nvPicPr>
          <p:cNvPr id="4" name="Picture 3">
            <a:extLst>
              <a:ext uri="{FF2B5EF4-FFF2-40B4-BE49-F238E27FC236}">
                <a16:creationId xmlns:a16="http://schemas.microsoft.com/office/drawing/2014/main" id="{AD5429CC-5A43-439F-8BA2-958BFC0233B5}"/>
              </a:ext>
            </a:extLst>
          </p:cNvPr>
          <p:cNvPicPr>
            <a:picLocks noChangeAspect="1"/>
          </p:cNvPicPr>
          <p:nvPr/>
        </p:nvPicPr>
        <p:blipFill>
          <a:blip r:embed="rId3"/>
          <a:stretch>
            <a:fillRect/>
          </a:stretch>
        </p:blipFill>
        <p:spPr>
          <a:xfrm>
            <a:off x="6304586" y="2837554"/>
            <a:ext cx="4907035" cy="3510409"/>
          </a:xfrm>
          <a:prstGeom prst="rect">
            <a:avLst/>
          </a:prstGeom>
        </p:spPr>
      </p:pic>
    </p:spTree>
    <p:extLst>
      <p:ext uri="{BB962C8B-B14F-4D97-AF65-F5344CB8AC3E}">
        <p14:creationId xmlns:p14="http://schemas.microsoft.com/office/powerpoint/2010/main" val="1069171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Diagram 3">
            <a:extLst>
              <a:ext uri="{FF2B5EF4-FFF2-40B4-BE49-F238E27FC236}">
                <a16:creationId xmlns:a16="http://schemas.microsoft.com/office/drawing/2014/main" id="{02F74772-B887-42C1-97D5-FBEE737C9751}"/>
              </a:ext>
            </a:extLst>
          </p:cNvPr>
          <p:cNvGraphicFramePr/>
          <p:nvPr>
            <p:extLst>
              <p:ext uri="{D42A27DB-BD31-4B8C-83A1-F6EECF244321}">
                <p14:modId xmlns:p14="http://schemas.microsoft.com/office/powerpoint/2010/main" val="1663013234"/>
              </p:ext>
            </p:extLst>
          </p:nvPr>
        </p:nvGraphicFramePr>
        <p:xfrm>
          <a:off x="584980" y="1805437"/>
          <a:ext cx="5620703" cy="4568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C1A795E9-5A83-4737-8BC6-EF1DB3183D40}"/>
              </a:ext>
            </a:extLst>
          </p:cNvPr>
          <p:cNvPicPr>
            <a:picLocks noChangeAspect="1"/>
          </p:cNvPicPr>
          <p:nvPr/>
        </p:nvPicPr>
        <p:blipFill rotWithShape="1">
          <a:blip r:embed="rId7">
            <a:extLst>
              <a:ext uri="{28A0092B-C50C-407E-A947-70E740481C1C}">
                <a14:useLocalDpi xmlns:a14="http://schemas.microsoft.com/office/drawing/2010/main" val="0"/>
              </a:ext>
            </a:extLst>
          </a:blip>
          <a:srcRect r="10079" b="2"/>
          <a:stretch/>
        </p:blipFill>
        <p:spPr>
          <a:xfrm>
            <a:off x="6646926" y="1805437"/>
            <a:ext cx="2445102" cy="4058363"/>
          </a:xfrm>
          <a:prstGeom prst="rect">
            <a:avLst/>
          </a:prstGeom>
        </p:spPr>
      </p:pic>
      <p:pic>
        <p:nvPicPr>
          <p:cNvPr id="9" name="Picture 8">
            <a:extLst>
              <a:ext uri="{FF2B5EF4-FFF2-40B4-BE49-F238E27FC236}">
                <a16:creationId xmlns:a16="http://schemas.microsoft.com/office/drawing/2014/main" id="{5CACBDBA-DEF6-45F5-B6A2-F1A8BF46C375}"/>
              </a:ext>
            </a:extLst>
          </p:cNvPr>
          <p:cNvPicPr>
            <a:picLocks noChangeAspect="1"/>
          </p:cNvPicPr>
          <p:nvPr/>
        </p:nvPicPr>
        <p:blipFill rotWithShape="1">
          <a:blip r:embed="rId8">
            <a:extLst>
              <a:ext uri="{28A0092B-C50C-407E-A947-70E740481C1C}">
                <a14:useLocalDpi xmlns:a14="http://schemas.microsoft.com/office/drawing/2010/main" val="0"/>
              </a:ext>
            </a:extLst>
          </a:blip>
          <a:srcRect l="3400" r="26527" b="4"/>
          <a:stretch/>
        </p:blipFill>
        <p:spPr>
          <a:xfrm>
            <a:off x="9393476" y="1805436"/>
            <a:ext cx="2445104" cy="2199517"/>
          </a:xfrm>
          <a:prstGeom prst="rect">
            <a:avLst/>
          </a:prstGeom>
        </p:spPr>
      </p:pic>
      <p:pic>
        <p:nvPicPr>
          <p:cNvPr id="10" name="Picture 9">
            <a:extLst>
              <a:ext uri="{FF2B5EF4-FFF2-40B4-BE49-F238E27FC236}">
                <a16:creationId xmlns:a16="http://schemas.microsoft.com/office/drawing/2014/main" id="{4BBB498D-555D-4009-B5CF-F9B00903E4D7}"/>
              </a:ext>
            </a:extLst>
          </p:cNvPr>
          <p:cNvPicPr>
            <a:picLocks noChangeAspect="1"/>
          </p:cNvPicPr>
          <p:nvPr/>
        </p:nvPicPr>
        <p:blipFill rotWithShape="1">
          <a:blip r:embed="rId9">
            <a:extLst>
              <a:ext uri="{28A0092B-C50C-407E-A947-70E740481C1C}">
                <a14:useLocalDpi xmlns:a14="http://schemas.microsoft.com/office/drawing/2010/main" val="0"/>
              </a:ext>
            </a:extLst>
          </a:blip>
          <a:srcRect t="3625" r="4" b="4"/>
          <a:stretch/>
        </p:blipFill>
        <p:spPr>
          <a:xfrm>
            <a:off x="9393476" y="4212261"/>
            <a:ext cx="2448918" cy="1557696"/>
          </a:xfrm>
          <a:prstGeom prst="rect">
            <a:avLst/>
          </a:prstGeom>
        </p:spPr>
      </p:pic>
      <p:sp>
        <p:nvSpPr>
          <p:cNvPr id="11" name="Rectangle 10">
            <a:extLst>
              <a:ext uri="{FF2B5EF4-FFF2-40B4-BE49-F238E27FC236}">
                <a16:creationId xmlns:a16="http://schemas.microsoft.com/office/drawing/2014/main" id="{C86A7973-1E25-4124-A681-8E77D2828EAD}"/>
              </a:ext>
            </a:extLst>
          </p:cNvPr>
          <p:cNvSpPr/>
          <p:nvPr/>
        </p:nvSpPr>
        <p:spPr>
          <a:xfrm>
            <a:off x="206916" y="191270"/>
            <a:ext cx="3824317" cy="461665"/>
          </a:xfrm>
          <a:prstGeom prst="rect">
            <a:avLst/>
          </a:prstGeom>
        </p:spPr>
        <p:txBody>
          <a:bodyPr wrap="none">
            <a:spAutoFit/>
          </a:bodyPr>
          <a:lstStyle/>
          <a:p>
            <a:r>
              <a:rPr lang="en-US" sz="2400" b="1" dirty="0"/>
              <a:t>Chemical Blending Roadmap</a:t>
            </a:r>
          </a:p>
        </p:txBody>
      </p:sp>
    </p:spTree>
    <p:extLst>
      <p:ext uri="{BB962C8B-B14F-4D97-AF65-F5344CB8AC3E}">
        <p14:creationId xmlns:p14="http://schemas.microsoft.com/office/powerpoint/2010/main" val="255362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6A7973-1E25-4124-A681-8E77D2828EAD}"/>
              </a:ext>
            </a:extLst>
          </p:cNvPr>
          <p:cNvSpPr/>
          <p:nvPr/>
        </p:nvSpPr>
        <p:spPr>
          <a:xfrm>
            <a:off x="435516" y="698619"/>
            <a:ext cx="2017860" cy="584775"/>
          </a:xfrm>
          <a:prstGeom prst="rect">
            <a:avLst/>
          </a:prstGeom>
        </p:spPr>
        <p:txBody>
          <a:bodyPr wrap="none">
            <a:spAutoFit/>
          </a:bodyPr>
          <a:lstStyle/>
          <a:p>
            <a:r>
              <a:rPr lang="en-US" sz="3200" b="1" dirty="0"/>
              <a:t>Laboratory</a:t>
            </a:r>
          </a:p>
        </p:txBody>
      </p:sp>
      <p:sp>
        <p:nvSpPr>
          <p:cNvPr id="2" name="TextBox 1">
            <a:extLst>
              <a:ext uri="{FF2B5EF4-FFF2-40B4-BE49-F238E27FC236}">
                <a16:creationId xmlns:a16="http://schemas.microsoft.com/office/drawing/2014/main" id="{E918D0D3-1019-4143-B33B-E09686EDF1EF}"/>
              </a:ext>
            </a:extLst>
          </p:cNvPr>
          <p:cNvSpPr txBox="1"/>
          <p:nvPr/>
        </p:nvSpPr>
        <p:spPr>
          <a:xfrm>
            <a:off x="506436" y="1283394"/>
            <a:ext cx="10715625" cy="3323987"/>
          </a:xfrm>
          <a:prstGeom prst="rect">
            <a:avLst/>
          </a:prstGeom>
          <a:noFill/>
        </p:spPr>
        <p:txBody>
          <a:bodyPr wrap="square" rtlCol="0">
            <a:spAutoFit/>
          </a:bodyPr>
          <a:lstStyle/>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Full Range Laboratory can be set up which will take care of the Production Chemicals as well as Quality testing like Barite, Bentonite, Calcium Carbonate, Liquid Blending, Solid Blending and all related mud additive used in Water Base Mud, Oil Base Mud, etc.</a:t>
            </a:r>
          </a:p>
          <a:p>
            <a:pPr marL="342900" indent="-3429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Lab will be built to do Quality Test, Customization of Products specifically for </a:t>
            </a:r>
            <a:r>
              <a:rPr lang="en-US" sz="1600" dirty="0" err="1">
                <a:latin typeface="Times New Roman" panose="02020603050405020304" pitchFamily="18" charset="0"/>
                <a:cs typeface="Times New Roman" panose="02020603050405020304" pitchFamily="18" charset="0"/>
              </a:rPr>
              <a:t>Demulsifiers</a:t>
            </a:r>
            <a:r>
              <a:rPr lang="en-US" sz="1600" dirty="0">
                <a:latin typeface="Times New Roman" panose="02020603050405020304" pitchFamily="18" charset="0"/>
                <a:cs typeface="Times New Roman" panose="02020603050405020304" pitchFamily="18" charset="0"/>
              </a:rPr>
              <a:t> and Future product development.</a:t>
            </a:r>
          </a:p>
          <a:p>
            <a:pPr marL="342900" indent="-3429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Size 300 </a:t>
            </a:r>
            <a:r>
              <a:rPr lang="en-US" sz="1600" dirty="0" err="1">
                <a:latin typeface="Times New Roman" panose="02020603050405020304" pitchFamily="18" charset="0"/>
                <a:cs typeface="Times New Roman" panose="02020603050405020304" pitchFamily="18" charset="0"/>
              </a:rPr>
              <a:t>sqft</a:t>
            </a:r>
            <a:r>
              <a:rPr lang="en-US" sz="1600" dirty="0">
                <a:latin typeface="Times New Roman" panose="02020603050405020304" pitchFamily="18" charset="0"/>
                <a:cs typeface="Times New Roman" panose="02020603050405020304" pitchFamily="18" charset="0"/>
              </a:rPr>
              <a:t>.  Below is an example.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DB782693-C91A-4292-8321-12CAB75C780B}"/>
              </a:ext>
            </a:extLst>
          </p:cNvPr>
          <p:cNvPicPr>
            <a:picLocks noChangeAspect="1"/>
          </p:cNvPicPr>
          <p:nvPr/>
        </p:nvPicPr>
        <p:blipFill>
          <a:blip r:embed="rId2"/>
          <a:stretch>
            <a:fillRect/>
          </a:stretch>
        </p:blipFill>
        <p:spPr>
          <a:xfrm>
            <a:off x="918496" y="3446171"/>
            <a:ext cx="4866586" cy="2928171"/>
          </a:xfrm>
          <a:prstGeom prst="rect">
            <a:avLst/>
          </a:prstGeom>
        </p:spPr>
      </p:pic>
      <p:pic>
        <p:nvPicPr>
          <p:cNvPr id="6" name="Picture 5">
            <a:extLst>
              <a:ext uri="{FF2B5EF4-FFF2-40B4-BE49-F238E27FC236}">
                <a16:creationId xmlns:a16="http://schemas.microsoft.com/office/drawing/2014/main" id="{92C91CF3-B40F-49B4-8851-0DE5797B6672}"/>
              </a:ext>
            </a:extLst>
          </p:cNvPr>
          <p:cNvPicPr>
            <a:picLocks noChangeAspect="1"/>
          </p:cNvPicPr>
          <p:nvPr/>
        </p:nvPicPr>
        <p:blipFill>
          <a:blip r:embed="rId3"/>
          <a:stretch>
            <a:fillRect/>
          </a:stretch>
        </p:blipFill>
        <p:spPr>
          <a:xfrm>
            <a:off x="6364187" y="2968842"/>
            <a:ext cx="5207423" cy="3388958"/>
          </a:xfrm>
          <a:prstGeom prst="rect">
            <a:avLst/>
          </a:prstGeom>
        </p:spPr>
      </p:pic>
    </p:spTree>
    <p:extLst>
      <p:ext uri="{BB962C8B-B14F-4D97-AF65-F5344CB8AC3E}">
        <p14:creationId xmlns:p14="http://schemas.microsoft.com/office/powerpoint/2010/main" val="3394428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24D3BDA-94AA-4051-A113-89D255B6246C}"/>
              </a:ext>
            </a:extLst>
          </p:cNvPr>
          <p:cNvPicPr>
            <a:picLocks noChangeAspect="1"/>
          </p:cNvPicPr>
          <p:nvPr/>
        </p:nvPicPr>
        <p:blipFill>
          <a:blip r:embed="rId2"/>
          <a:stretch>
            <a:fillRect/>
          </a:stretch>
        </p:blipFill>
        <p:spPr>
          <a:xfrm>
            <a:off x="4953000" y="447675"/>
            <a:ext cx="5003800" cy="5962650"/>
          </a:xfrm>
          <a:prstGeom prst="rect">
            <a:avLst/>
          </a:prstGeom>
        </p:spPr>
      </p:pic>
      <p:sp>
        <p:nvSpPr>
          <p:cNvPr id="4" name="TextBox 3">
            <a:extLst>
              <a:ext uri="{FF2B5EF4-FFF2-40B4-BE49-F238E27FC236}">
                <a16:creationId xmlns:a16="http://schemas.microsoft.com/office/drawing/2014/main" id="{32778A70-DF30-45E1-9637-B16C8E05C64E}"/>
              </a:ext>
            </a:extLst>
          </p:cNvPr>
          <p:cNvSpPr txBox="1"/>
          <p:nvPr/>
        </p:nvSpPr>
        <p:spPr>
          <a:xfrm>
            <a:off x="506436" y="1058333"/>
            <a:ext cx="369303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Proposed Layout.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Ideally we should have 10,000 </a:t>
            </a:r>
            <a:r>
              <a:rPr lang="en-US" dirty="0" err="1"/>
              <a:t>sq</a:t>
            </a:r>
            <a:r>
              <a:rPr lang="en-US" dirty="0"/>
              <a:t> M land for such project especially if we want to go for Phase 2 expansion.  </a:t>
            </a:r>
          </a:p>
          <a:p>
            <a:pPr marL="285750" indent="-285750">
              <a:buFont typeface="Arial" panose="020B0604020202020204" pitchFamily="34" charset="0"/>
              <a:buChar char="•"/>
            </a:pPr>
            <a:r>
              <a:rPr lang="en-US" dirty="0"/>
              <a:t>If not available, 5000 sq M can be sufficient even for future expansion.</a:t>
            </a:r>
          </a:p>
          <a:p>
            <a:endParaRPr lang="en-US" dirty="0"/>
          </a:p>
        </p:txBody>
      </p:sp>
    </p:spTree>
    <p:extLst>
      <p:ext uri="{BB962C8B-B14F-4D97-AF65-F5344CB8AC3E}">
        <p14:creationId xmlns:p14="http://schemas.microsoft.com/office/powerpoint/2010/main" val="84248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B698F8-1A9F-4737-AB37-0E998D641D0D}"/>
              </a:ext>
            </a:extLst>
          </p:cNvPr>
          <p:cNvPicPr>
            <a:picLocks noChangeAspect="1"/>
          </p:cNvPicPr>
          <p:nvPr/>
        </p:nvPicPr>
        <p:blipFill>
          <a:blip r:embed="rId2"/>
          <a:stretch>
            <a:fillRect/>
          </a:stretch>
        </p:blipFill>
        <p:spPr>
          <a:xfrm>
            <a:off x="819150" y="919162"/>
            <a:ext cx="10553700" cy="5019675"/>
          </a:xfrm>
          <a:prstGeom prst="rect">
            <a:avLst/>
          </a:prstGeom>
        </p:spPr>
      </p:pic>
      <p:sp>
        <p:nvSpPr>
          <p:cNvPr id="3" name="Rectangle 2">
            <a:extLst>
              <a:ext uri="{FF2B5EF4-FFF2-40B4-BE49-F238E27FC236}">
                <a16:creationId xmlns:a16="http://schemas.microsoft.com/office/drawing/2014/main" id="{CC2FEE1A-8731-4530-ADA7-A0624AACBDD3}"/>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2A3F94E-386B-4D9F-8D5C-35245D3C2877}"/>
              </a:ext>
            </a:extLst>
          </p:cNvPr>
          <p:cNvSpPr/>
          <p:nvPr/>
        </p:nvSpPr>
        <p:spPr>
          <a:xfrm>
            <a:off x="206915" y="191270"/>
            <a:ext cx="8081951" cy="461665"/>
          </a:xfrm>
          <a:prstGeom prst="rect">
            <a:avLst/>
          </a:prstGeom>
        </p:spPr>
        <p:txBody>
          <a:bodyPr wrap="square">
            <a:spAutoFit/>
          </a:bodyPr>
          <a:lstStyle/>
          <a:p>
            <a:r>
              <a:rPr lang="en-US" sz="2400" b="1" dirty="0"/>
              <a:t>Proposed Layout for a Medium to Large Blending Facility</a:t>
            </a:r>
          </a:p>
        </p:txBody>
      </p:sp>
    </p:spTree>
    <p:extLst>
      <p:ext uri="{BB962C8B-B14F-4D97-AF65-F5344CB8AC3E}">
        <p14:creationId xmlns:p14="http://schemas.microsoft.com/office/powerpoint/2010/main" val="3314389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29380" y="233012"/>
            <a:ext cx="7195887" cy="372793"/>
          </a:xfrm>
        </p:spPr>
        <p:txBody>
          <a:bodyPr>
            <a:noAutofit/>
          </a:bodyPr>
          <a:lstStyle/>
          <a:p>
            <a:pPr lvl="0" algn="ctr"/>
            <a:r>
              <a:rPr lang="en-US" altLang="en-US" sz="2400" b="1" dirty="0">
                <a:latin typeface="+mn-lt"/>
                <a:ea typeface="+mn-ea"/>
                <a:cs typeface="+mn-cs"/>
              </a:rPr>
              <a:t>R&amp;D Based Developed Production Specialty Chemicals </a:t>
            </a:r>
            <a:endParaRPr lang="en-GB" sz="2400" b="1" dirty="0">
              <a:latin typeface="+mn-lt"/>
              <a:ea typeface="+mn-ea"/>
              <a:cs typeface="+mn-cs"/>
            </a:endParaRPr>
          </a:p>
        </p:txBody>
      </p:sp>
      <p:sp>
        <p:nvSpPr>
          <p:cNvPr id="7" name="Rectangle 6">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1" name="Table 10">
            <a:extLst>
              <a:ext uri="{FF2B5EF4-FFF2-40B4-BE49-F238E27FC236}">
                <a16:creationId xmlns:a16="http://schemas.microsoft.com/office/drawing/2014/main" id="{D9F06D7B-3663-4BEC-8136-72C59C70CFD8}"/>
              </a:ext>
            </a:extLst>
          </p:cNvPr>
          <p:cNvGraphicFramePr>
            <a:graphicFrameLocks noGrp="1"/>
          </p:cNvGraphicFramePr>
          <p:nvPr>
            <p:extLst>
              <p:ext uri="{D42A27DB-BD31-4B8C-83A1-F6EECF244321}">
                <p14:modId xmlns:p14="http://schemas.microsoft.com/office/powerpoint/2010/main" val="3145169819"/>
              </p:ext>
            </p:extLst>
          </p:nvPr>
        </p:nvGraphicFramePr>
        <p:xfrm>
          <a:off x="756658" y="837045"/>
          <a:ext cx="4568875" cy="5183910"/>
        </p:xfrm>
        <a:graphic>
          <a:graphicData uri="http://schemas.openxmlformats.org/drawingml/2006/table">
            <a:tbl>
              <a:tblPr/>
              <a:tblGrid>
                <a:gridCol w="4568875">
                  <a:extLst>
                    <a:ext uri="{9D8B030D-6E8A-4147-A177-3AD203B41FA5}">
                      <a16:colId xmlns:a16="http://schemas.microsoft.com/office/drawing/2014/main" val="20000"/>
                    </a:ext>
                  </a:extLst>
                </a:gridCol>
              </a:tblGrid>
              <a:tr h="415068">
                <a:tc>
                  <a:txBody>
                    <a:bodyPr/>
                    <a:lstStyle/>
                    <a:p>
                      <a:pPr algn="l" fontAlgn="b"/>
                      <a:r>
                        <a:rPr lang="en-US" sz="2000" b="1" i="0" u="none" strike="noStrike" dirty="0">
                          <a:solidFill>
                            <a:srgbClr val="000000"/>
                          </a:solidFill>
                          <a:latin typeface="Times New Roman"/>
                        </a:rPr>
                        <a:t>List of Chemicals</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415068">
                <a:tc>
                  <a:txBody>
                    <a:bodyPr/>
                    <a:lstStyle/>
                    <a:p>
                      <a:pPr algn="l" fontAlgn="b"/>
                      <a:r>
                        <a:rPr lang="en-US" sz="2000" b="0" i="0" u="none" strike="noStrike" dirty="0">
                          <a:solidFill>
                            <a:srgbClr val="000000"/>
                          </a:solidFill>
                          <a:latin typeface="Times New Roman"/>
                        </a:rPr>
                        <a:t>Temperature</a:t>
                      </a:r>
                      <a:r>
                        <a:rPr lang="en-US" sz="2000" b="0" i="0" u="none" strike="noStrike" baseline="0" dirty="0">
                          <a:solidFill>
                            <a:srgbClr val="000000"/>
                          </a:solidFill>
                          <a:latin typeface="Times New Roman"/>
                        </a:rPr>
                        <a:t> Stabilizer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15068">
                <a:tc>
                  <a:txBody>
                    <a:bodyPr/>
                    <a:lstStyle/>
                    <a:p>
                      <a:pPr algn="l" fontAlgn="b"/>
                      <a:r>
                        <a:rPr lang="en-US" sz="2000" b="0" i="0" u="none" strike="noStrike" dirty="0">
                          <a:solidFill>
                            <a:srgbClr val="000000"/>
                          </a:solidFill>
                          <a:latin typeface="Times New Roman"/>
                        </a:rPr>
                        <a:t>ROP ENHANCER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15068">
                <a:tc>
                  <a:txBody>
                    <a:bodyPr/>
                    <a:lstStyle/>
                    <a:p>
                      <a:pPr algn="l" fontAlgn="b"/>
                      <a:r>
                        <a:rPr lang="en-US" sz="2000" b="0" i="0" u="none" strike="noStrike" dirty="0">
                          <a:solidFill>
                            <a:srgbClr val="000000"/>
                          </a:solidFill>
                          <a:latin typeface="Times New Roman"/>
                        </a:rPr>
                        <a:t>CLOUD</a:t>
                      </a:r>
                      <a:r>
                        <a:rPr lang="en-US" sz="2000" b="0" i="0" u="none" strike="noStrike" baseline="0" dirty="0">
                          <a:solidFill>
                            <a:srgbClr val="000000"/>
                          </a:solidFill>
                          <a:latin typeface="Times New Roman"/>
                        </a:rPr>
                        <a:t> POINT </a:t>
                      </a:r>
                      <a:r>
                        <a:rPr lang="en-US" sz="2000" b="0" i="0" u="none" strike="noStrike" dirty="0">
                          <a:solidFill>
                            <a:srgbClr val="000000"/>
                          </a:solidFill>
                          <a:latin typeface="Times New Roman"/>
                        </a:rPr>
                        <a:t>GLYCOL</a:t>
                      </a:r>
                      <a:r>
                        <a:rPr lang="en-US" sz="2000" b="0" i="0" u="none" strike="noStrike" baseline="0" dirty="0">
                          <a:solidFill>
                            <a:srgbClr val="000000"/>
                          </a:solidFill>
                          <a:latin typeface="Times New Roman"/>
                        </a:rPr>
                        <a:t> – MEDIUM, HIGH, LOW.</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415068">
                <a:tc>
                  <a:txBody>
                    <a:bodyPr/>
                    <a:lstStyle/>
                    <a:p>
                      <a:pPr algn="l" fontAlgn="b"/>
                      <a:r>
                        <a:rPr lang="en-US" sz="2000" b="0" i="0" u="none" strike="noStrike" dirty="0">
                          <a:solidFill>
                            <a:srgbClr val="000000"/>
                          </a:solidFill>
                          <a:latin typeface="Times New Roman"/>
                        </a:rPr>
                        <a:t>Drilling Detergent</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415068">
                <a:tc>
                  <a:txBody>
                    <a:bodyPr/>
                    <a:lstStyle/>
                    <a:p>
                      <a:pPr algn="l" fontAlgn="b"/>
                      <a:r>
                        <a:rPr lang="en-US" sz="2000" b="0" i="0" u="none" strike="noStrike" dirty="0">
                          <a:solidFill>
                            <a:srgbClr val="000000"/>
                          </a:solidFill>
                          <a:latin typeface="Times New Roman"/>
                        </a:rPr>
                        <a:t>Liquid</a:t>
                      </a:r>
                      <a:r>
                        <a:rPr lang="en-US" sz="2000" b="0" i="0" u="none" strike="noStrike" baseline="0" dirty="0">
                          <a:solidFill>
                            <a:srgbClr val="000000"/>
                          </a:solidFill>
                          <a:latin typeface="Times New Roman"/>
                        </a:rPr>
                        <a:t> PAC, Xanthan Gum, HEC</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415068">
                <a:tc>
                  <a:txBody>
                    <a:bodyPr/>
                    <a:lstStyle/>
                    <a:p>
                      <a:pPr algn="l" fontAlgn="b"/>
                      <a:r>
                        <a:rPr lang="pt-BR" sz="2000" b="0" i="0" u="none" strike="noStrike" dirty="0">
                          <a:solidFill>
                            <a:srgbClr val="000000"/>
                          </a:solidFill>
                          <a:latin typeface="Times New Roman"/>
                        </a:rPr>
                        <a:t>Rig</a:t>
                      </a:r>
                      <a:r>
                        <a:rPr lang="pt-BR" sz="2000" b="0" i="0" u="none" strike="noStrike" baseline="0" dirty="0">
                          <a:solidFill>
                            <a:srgbClr val="000000"/>
                          </a:solidFill>
                          <a:latin typeface="Times New Roman"/>
                        </a:rPr>
                        <a:t> Wash</a:t>
                      </a:r>
                      <a:endParaRPr lang="pt-BR"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415068">
                <a:tc>
                  <a:txBody>
                    <a:bodyPr/>
                    <a:lstStyle/>
                    <a:p>
                      <a:pPr algn="l" fontAlgn="b"/>
                      <a:r>
                        <a:rPr lang="da-DK" sz="2000" b="0" i="0" u="none" strike="noStrike" dirty="0">
                          <a:solidFill>
                            <a:srgbClr val="000000"/>
                          </a:solidFill>
                          <a:latin typeface="Times New Roman"/>
                        </a:rPr>
                        <a:t>HT</a:t>
                      </a:r>
                      <a:r>
                        <a:rPr lang="da-DK" sz="2000" b="0" i="0" u="none" strike="noStrike" baseline="0" dirty="0">
                          <a:solidFill>
                            <a:srgbClr val="000000"/>
                          </a:solidFill>
                          <a:latin typeface="Times New Roman"/>
                        </a:rPr>
                        <a:t> Thinner</a:t>
                      </a:r>
                      <a:endParaRPr lang="da-DK"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415068">
                <a:tc>
                  <a:txBody>
                    <a:bodyPr/>
                    <a:lstStyle/>
                    <a:p>
                      <a:pPr algn="l" fontAlgn="b"/>
                      <a:r>
                        <a:rPr lang="en-US" sz="2000" b="0" i="0" u="none" strike="noStrike" dirty="0">
                          <a:solidFill>
                            <a:srgbClr val="000000"/>
                          </a:solidFill>
                          <a:latin typeface="Times New Roman"/>
                        </a:rPr>
                        <a:t>Silicate</a:t>
                      </a:r>
                      <a:r>
                        <a:rPr lang="en-US" sz="2000" b="0" i="0" u="none" strike="noStrike" baseline="0" dirty="0">
                          <a:solidFill>
                            <a:srgbClr val="000000"/>
                          </a:solidFill>
                          <a:latin typeface="Times New Roman"/>
                        </a:rPr>
                        <a:t> Lubricant</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415068">
                <a:tc>
                  <a:txBody>
                    <a:bodyPr/>
                    <a:lstStyle/>
                    <a:p>
                      <a:pPr algn="l" fontAlgn="b"/>
                      <a:r>
                        <a:rPr lang="en-US" sz="2000" b="0" i="0" u="none" strike="noStrike" dirty="0">
                          <a:solidFill>
                            <a:srgbClr val="000000"/>
                          </a:solidFill>
                          <a:latin typeface="Times New Roman"/>
                        </a:rPr>
                        <a:t>CMS </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415068">
                <a:tc>
                  <a:txBody>
                    <a:bodyPr/>
                    <a:lstStyle/>
                    <a:p>
                      <a:pPr algn="l" fontAlgn="b"/>
                      <a:r>
                        <a:rPr lang="en-US" sz="2000" b="0" i="0" u="none" strike="noStrike" dirty="0">
                          <a:solidFill>
                            <a:srgbClr val="000000"/>
                          </a:solidFill>
                          <a:latin typeface="Times New Roman"/>
                        </a:rPr>
                        <a:t>Liquid PHPA</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415068">
                <a:tc>
                  <a:txBody>
                    <a:bodyPr/>
                    <a:lstStyle/>
                    <a:p>
                      <a:pPr algn="l" fontAlgn="b"/>
                      <a:r>
                        <a:rPr lang="en-US" sz="2000" b="0" i="0" u="none" strike="noStrike" dirty="0" err="1">
                          <a:solidFill>
                            <a:srgbClr val="000000"/>
                          </a:solidFill>
                          <a:latin typeface="Times New Roman"/>
                        </a:rPr>
                        <a:t>Demulsifier</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graphicFrame>
        <p:nvGraphicFramePr>
          <p:cNvPr id="12" name="Table 11">
            <a:extLst>
              <a:ext uri="{FF2B5EF4-FFF2-40B4-BE49-F238E27FC236}">
                <a16:creationId xmlns:a16="http://schemas.microsoft.com/office/drawing/2014/main" id="{C5DC4BE5-3016-4DD3-9449-97D14FA3DF4E}"/>
              </a:ext>
            </a:extLst>
          </p:cNvPr>
          <p:cNvGraphicFramePr>
            <a:graphicFrameLocks noGrp="1"/>
          </p:cNvGraphicFramePr>
          <p:nvPr>
            <p:extLst>
              <p:ext uri="{D42A27DB-BD31-4B8C-83A1-F6EECF244321}">
                <p14:modId xmlns:p14="http://schemas.microsoft.com/office/powerpoint/2010/main" val="2609726612"/>
              </p:ext>
            </p:extLst>
          </p:nvPr>
        </p:nvGraphicFramePr>
        <p:xfrm>
          <a:off x="5929793" y="837046"/>
          <a:ext cx="6013269" cy="5183915"/>
        </p:xfrm>
        <a:graphic>
          <a:graphicData uri="http://schemas.openxmlformats.org/drawingml/2006/table">
            <a:tbl>
              <a:tblPr/>
              <a:tblGrid>
                <a:gridCol w="6013269">
                  <a:extLst>
                    <a:ext uri="{9D8B030D-6E8A-4147-A177-3AD203B41FA5}">
                      <a16:colId xmlns:a16="http://schemas.microsoft.com/office/drawing/2014/main" val="20000"/>
                    </a:ext>
                  </a:extLst>
                </a:gridCol>
              </a:tblGrid>
              <a:tr h="458139">
                <a:tc>
                  <a:txBody>
                    <a:bodyPr/>
                    <a:lstStyle/>
                    <a:p>
                      <a:pPr algn="l" fontAlgn="b"/>
                      <a:r>
                        <a:rPr lang="en-US" sz="2000" b="1" i="0" u="none" strike="noStrike" dirty="0">
                          <a:solidFill>
                            <a:srgbClr val="000000"/>
                          </a:solidFill>
                          <a:latin typeface="Times New Roman"/>
                        </a:rPr>
                        <a:t>List of Drilling Chemicals</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429616">
                <a:tc>
                  <a:txBody>
                    <a:bodyPr/>
                    <a:lstStyle/>
                    <a:p>
                      <a:pPr algn="l" fontAlgn="b"/>
                      <a:r>
                        <a:rPr lang="en-US" sz="2000" b="0" i="0" u="none" strike="noStrike" baseline="0" dirty="0">
                          <a:solidFill>
                            <a:srgbClr val="000000"/>
                          </a:solidFill>
                          <a:latin typeface="Times New Roman"/>
                        </a:rPr>
                        <a:t>Liquid </a:t>
                      </a:r>
                      <a:r>
                        <a:rPr lang="en-US" sz="2000" b="0" i="0" u="none" strike="noStrike" baseline="0" dirty="0" err="1">
                          <a:solidFill>
                            <a:srgbClr val="000000"/>
                          </a:solidFill>
                          <a:latin typeface="Times New Roman"/>
                        </a:rPr>
                        <a:t>Gilsonite</a:t>
                      </a:r>
                      <a:endParaRPr lang="en-US" sz="2000" b="0" i="0" u="none" strike="noStrike" baseline="0"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29616">
                <a:tc>
                  <a:txBody>
                    <a:bodyPr/>
                    <a:lstStyle/>
                    <a:p>
                      <a:pPr algn="l" fontAlgn="b"/>
                      <a:r>
                        <a:rPr lang="en-US" sz="2000" b="0" i="0" u="none" strike="noStrike" dirty="0">
                          <a:solidFill>
                            <a:srgbClr val="000000"/>
                          </a:solidFill>
                          <a:latin typeface="Times New Roman"/>
                        </a:rPr>
                        <a:t>Primary &amp; Secondary Emulsifiers</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29616">
                <a:tc>
                  <a:txBody>
                    <a:bodyPr/>
                    <a:lstStyle/>
                    <a:p>
                      <a:pPr algn="l" fontAlgn="b"/>
                      <a:r>
                        <a:rPr lang="en-US" sz="2000" b="0" i="0" u="none" strike="noStrike" dirty="0">
                          <a:solidFill>
                            <a:srgbClr val="000000"/>
                          </a:solidFill>
                          <a:latin typeface="Times New Roman"/>
                        </a:rPr>
                        <a:t>OBM Wetting Agent</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429616">
                <a:tc>
                  <a:txBody>
                    <a:bodyPr/>
                    <a:lstStyle/>
                    <a:p>
                      <a:pPr algn="l" fontAlgn="b"/>
                      <a:r>
                        <a:rPr lang="en-US" sz="2000" b="0" i="0" u="none" strike="noStrike" dirty="0">
                          <a:solidFill>
                            <a:srgbClr val="000000"/>
                          </a:solidFill>
                          <a:latin typeface="Times New Roman"/>
                        </a:rPr>
                        <a:t>OBM Thinner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429616">
                <a:tc>
                  <a:txBody>
                    <a:bodyPr/>
                    <a:lstStyle/>
                    <a:p>
                      <a:pPr algn="l" fontAlgn="b"/>
                      <a:r>
                        <a:rPr lang="en-US" sz="2000" b="0" i="0" u="none" strike="noStrike" dirty="0">
                          <a:solidFill>
                            <a:srgbClr val="000000"/>
                          </a:solidFill>
                          <a:latin typeface="Times New Roman"/>
                        </a:rPr>
                        <a:t>OBM Rheology Modifier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429616">
                <a:tc>
                  <a:txBody>
                    <a:bodyPr/>
                    <a:lstStyle/>
                    <a:p>
                      <a:pPr algn="l" fontAlgn="b"/>
                      <a:r>
                        <a:rPr lang="pt-BR" sz="2000" b="0" i="0" u="none" strike="noStrike" dirty="0">
                          <a:solidFill>
                            <a:srgbClr val="000000"/>
                          </a:solidFill>
                          <a:latin typeface="Times New Roman"/>
                        </a:rPr>
                        <a:t>Water Soluble Lubricant ofr Brines</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429616">
                <a:tc>
                  <a:txBody>
                    <a:bodyPr/>
                    <a:lstStyle/>
                    <a:p>
                      <a:pPr algn="l" fontAlgn="b"/>
                      <a:r>
                        <a:rPr lang="da-DK" sz="2000" b="0" i="0" u="none" strike="noStrike" dirty="0">
                          <a:solidFill>
                            <a:srgbClr val="000000"/>
                          </a:solidFill>
                          <a:latin typeface="Times New Roman"/>
                        </a:rPr>
                        <a:t>Polyamine Shale Inhibitor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429616">
                <a:tc>
                  <a:txBody>
                    <a:bodyPr/>
                    <a:lstStyle/>
                    <a:p>
                      <a:pPr algn="l" fontAlgn="b"/>
                      <a:r>
                        <a:rPr lang="en-US" sz="2000" b="0" i="0" u="none" strike="noStrike" dirty="0" err="1">
                          <a:solidFill>
                            <a:srgbClr val="000000"/>
                          </a:solidFill>
                          <a:latin typeface="Times New Roman"/>
                        </a:rPr>
                        <a:t>Dofoamers</a:t>
                      </a:r>
                      <a:r>
                        <a:rPr lang="en-US" sz="2000" b="0" i="0" u="none" strike="noStrike" dirty="0">
                          <a:solidFill>
                            <a:srgbClr val="000000"/>
                          </a:solidFill>
                          <a:latin typeface="Times New Roman"/>
                        </a:rPr>
                        <a:t> (Alcohol, Silicone &amp; Glycol based)</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429616">
                <a:tc>
                  <a:txBody>
                    <a:bodyPr/>
                    <a:lstStyle/>
                    <a:p>
                      <a:pPr algn="l" fontAlgn="b"/>
                      <a:r>
                        <a:rPr lang="en-US" sz="2000" b="0" i="0" u="none" strike="noStrike" dirty="0">
                          <a:solidFill>
                            <a:srgbClr val="000000"/>
                          </a:solidFill>
                          <a:latin typeface="Times New Roman"/>
                        </a:rPr>
                        <a:t>And many others…</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429616">
                <a:tc>
                  <a:txBody>
                    <a:bodyPr/>
                    <a:lstStyle/>
                    <a:p>
                      <a:pPr algn="l" fontAlgn="b"/>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429616">
                <a:tc>
                  <a:txBody>
                    <a:bodyPr/>
                    <a:lstStyle/>
                    <a:p>
                      <a:pPr algn="l" fontAlgn="b"/>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7937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975E4-54F5-48F3-9E3B-C0C8EDA377CD}"/>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1F3DA8EE-97A3-4072-BF85-A38365577B9C}"/>
              </a:ext>
            </a:extLst>
          </p:cNvPr>
          <p:cNvSpPr/>
          <p:nvPr/>
        </p:nvSpPr>
        <p:spPr>
          <a:xfrm>
            <a:off x="300049" y="190365"/>
            <a:ext cx="5601218" cy="461665"/>
          </a:xfrm>
          <a:prstGeom prst="rect">
            <a:avLst/>
          </a:prstGeom>
        </p:spPr>
        <p:txBody>
          <a:bodyPr wrap="square">
            <a:spAutoFit/>
          </a:bodyPr>
          <a:lstStyle/>
          <a:p>
            <a:r>
              <a:rPr lang="en-US" sz="2400" b="1" dirty="0"/>
              <a:t>Plant Equipment</a:t>
            </a:r>
          </a:p>
        </p:txBody>
      </p:sp>
      <p:graphicFrame>
        <p:nvGraphicFramePr>
          <p:cNvPr id="6" name="Table 5">
            <a:extLst>
              <a:ext uri="{FF2B5EF4-FFF2-40B4-BE49-F238E27FC236}">
                <a16:creationId xmlns:a16="http://schemas.microsoft.com/office/drawing/2014/main" id="{BE1DE39F-10E9-4A35-A008-512A0D19F28C}"/>
              </a:ext>
            </a:extLst>
          </p:cNvPr>
          <p:cNvGraphicFramePr>
            <a:graphicFrameLocks noGrp="1"/>
          </p:cNvGraphicFramePr>
          <p:nvPr>
            <p:extLst>
              <p:ext uri="{D42A27DB-BD31-4B8C-83A1-F6EECF244321}">
                <p14:modId xmlns:p14="http://schemas.microsoft.com/office/powerpoint/2010/main" val="3301545937"/>
              </p:ext>
            </p:extLst>
          </p:nvPr>
        </p:nvGraphicFramePr>
        <p:xfrm>
          <a:off x="643467" y="899817"/>
          <a:ext cx="11108266" cy="3226994"/>
        </p:xfrm>
        <a:graphic>
          <a:graphicData uri="http://schemas.openxmlformats.org/drawingml/2006/table">
            <a:tbl>
              <a:tblPr/>
              <a:tblGrid>
                <a:gridCol w="1302348">
                  <a:extLst>
                    <a:ext uri="{9D8B030D-6E8A-4147-A177-3AD203B41FA5}">
                      <a16:colId xmlns:a16="http://schemas.microsoft.com/office/drawing/2014/main" val="20000"/>
                    </a:ext>
                  </a:extLst>
                </a:gridCol>
                <a:gridCol w="3575075">
                  <a:extLst>
                    <a:ext uri="{9D8B030D-6E8A-4147-A177-3AD203B41FA5}">
                      <a16:colId xmlns:a16="http://schemas.microsoft.com/office/drawing/2014/main" val="20001"/>
                    </a:ext>
                  </a:extLst>
                </a:gridCol>
                <a:gridCol w="2655768">
                  <a:extLst>
                    <a:ext uri="{9D8B030D-6E8A-4147-A177-3AD203B41FA5}">
                      <a16:colId xmlns:a16="http://schemas.microsoft.com/office/drawing/2014/main" val="20002"/>
                    </a:ext>
                  </a:extLst>
                </a:gridCol>
                <a:gridCol w="3575075">
                  <a:extLst>
                    <a:ext uri="{9D8B030D-6E8A-4147-A177-3AD203B41FA5}">
                      <a16:colId xmlns:a16="http://schemas.microsoft.com/office/drawing/2014/main" val="20003"/>
                    </a:ext>
                  </a:extLst>
                </a:gridCol>
              </a:tblGrid>
              <a:tr h="182067">
                <a:tc>
                  <a:txBody>
                    <a:bodyPr/>
                    <a:lstStyle/>
                    <a:p>
                      <a:pPr algn="ctr" fontAlgn="b"/>
                      <a:r>
                        <a:rPr lang="en-IN" sz="1400" b="1" i="0" u="none" strike="noStrike" dirty="0">
                          <a:solidFill>
                            <a:srgbClr val="000000"/>
                          </a:solidFill>
                          <a:effectLst/>
                          <a:latin typeface="Calibri" panose="020F0502020204030204" pitchFamily="34" charset="0"/>
                        </a:rPr>
                        <a:t>Sl. No.</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1400" b="1" i="0" u="none" strike="noStrike">
                          <a:solidFill>
                            <a:srgbClr val="000000"/>
                          </a:solidFill>
                          <a:effectLst/>
                          <a:latin typeface="Calibri" panose="020F0502020204030204" pitchFamily="34" charset="0"/>
                        </a:rPr>
                        <a:t>Requirements</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effectLst/>
                          <a:latin typeface="Calibri" panose="020F0502020204030204" pitchFamily="34" charset="0"/>
                        </a:rPr>
                        <a:t>Required No</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Calibri" panose="020F0502020204030204" pitchFamily="34" charset="0"/>
                        </a:rPr>
                        <a:t>Approximate Cost in USD</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2067">
                <a:tc>
                  <a:txBody>
                    <a:bodyPr/>
                    <a:lstStyle/>
                    <a:p>
                      <a:pPr algn="ctr" fontAlgn="b"/>
                      <a:r>
                        <a:rPr lang="en-IN" sz="1400" b="0" i="0" u="none" strike="noStrike" dirty="0">
                          <a:solidFill>
                            <a:srgbClr val="000000"/>
                          </a:solidFill>
                          <a:effectLst/>
                          <a:latin typeface="Calibri" panose="020F0502020204030204" pitchFamily="34" charset="0"/>
                        </a:rPr>
                        <a:t>1</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20 KL Storage tanks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3</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100,000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067">
                <a:tc>
                  <a:txBody>
                    <a:bodyPr/>
                    <a:lstStyle/>
                    <a:p>
                      <a:pPr algn="ctr" fontAlgn="b"/>
                      <a:r>
                        <a:rPr lang="en-IN" sz="1400" b="0" i="0" u="none" strike="noStrike" dirty="0">
                          <a:solidFill>
                            <a:srgbClr val="000000"/>
                          </a:solidFill>
                          <a:effectLst/>
                          <a:latin typeface="Calibri" panose="020F0502020204030204" pitchFamily="34" charset="0"/>
                        </a:rPr>
                        <a:t>2</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Platform</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40,000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03319">
                <a:tc>
                  <a:txBody>
                    <a:bodyPr/>
                    <a:lstStyle/>
                    <a:p>
                      <a:pPr algn="ctr" fontAlgn="b"/>
                      <a:r>
                        <a:rPr lang="en-IN" sz="1400" b="0" i="0" u="none" strike="noStrike" dirty="0">
                          <a:solidFill>
                            <a:srgbClr val="000000"/>
                          </a:solidFill>
                          <a:effectLst/>
                          <a:latin typeface="Calibri" panose="020F0502020204030204" pitchFamily="34" charset="0"/>
                        </a:rPr>
                        <a:t>3</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Load Cells &amp; Weighing Scales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20,000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2067">
                <a:tc>
                  <a:txBody>
                    <a:bodyPr/>
                    <a:lstStyle/>
                    <a:p>
                      <a:pPr algn="ctr" fontAlgn="b"/>
                      <a:r>
                        <a:rPr lang="en-IN" sz="1400" b="0" i="0" u="none" strike="noStrike" dirty="0">
                          <a:solidFill>
                            <a:srgbClr val="000000"/>
                          </a:solidFill>
                          <a:effectLst/>
                          <a:latin typeface="Calibri" panose="020F0502020204030204" pitchFamily="34" charset="0"/>
                        </a:rPr>
                        <a:t>4</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Fork Lifts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40,000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2067">
                <a:tc>
                  <a:txBody>
                    <a:bodyPr/>
                    <a:lstStyle/>
                    <a:p>
                      <a:pPr algn="ctr" fontAlgn="b"/>
                      <a:r>
                        <a:rPr lang="en-IN" sz="1400" b="0" i="0" u="none" strike="noStrike" dirty="0">
                          <a:solidFill>
                            <a:srgbClr val="000000"/>
                          </a:solidFill>
                          <a:effectLst/>
                          <a:latin typeface="Calibri" panose="020F0502020204030204" pitchFamily="34" charset="0"/>
                        </a:rPr>
                        <a:t>5</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Trolleys &amp; Drum Lifters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15,000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2067">
                <a:tc>
                  <a:txBody>
                    <a:bodyPr/>
                    <a:lstStyle/>
                    <a:p>
                      <a:pPr algn="ctr" fontAlgn="b"/>
                      <a:r>
                        <a:rPr lang="en-IN" sz="1400" b="0" i="0" u="none" strike="noStrike" dirty="0">
                          <a:solidFill>
                            <a:srgbClr val="000000"/>
                          </a:solidFill>
                          <a:effectLst/>
                          <a:latin typeface="Calibri" panose="020F0502020204030204" pitchFamily="34" charset="0"/>
                        </a:rPr>
                        <a:t>6</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DG</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1</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35,000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2067">
                <a:tc>
                  <a:txBody>
                    <a:bodyPr/>
                    <a:lstStyle/>
                    <a:p>
                      <a:pPr algn="ctr" fontAlgn="b"/>
                      <a:r>
                        <a:rPr lang="en-IN" sz="1400" b="0" i="0" u="none" strike="noStrike" dirty="0">
                          <a:solidFill>
                            <a:srgbClr val="000000"/>
                          </a:solidFill>
                          <a:effectLst/>
                          <a:latin typeface="Calibri" panose="020F0502020204030204" pitchFamily="34" charset="0"/>
                        </a:rPr>
                        <a:t>7</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Lab Equipments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75,000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2067">
                <a:tc>
                  <a:txBody>
                    <a:bodyPr/>
                    <a:lstStyle/>
                    <a:p>
                      <a:pPr algn="ctr" fontAlgn="b"/>
                      <a:r>
                        <a:rPr lang="en-IN" sz="1400" b="0" i="0" u="none" strike="noStrike" dirty="0">
                          <a:solidFill>
                            <a:srgbClr val="000000"/>
                          </a:solidFill>
                          <a:effectLst/>
                          <a:latin typeface="Calibri" panose="020F0502020204030204" pitchFamily="34" charset="0"/>
                        </a:rPr>
                        <a:t>8</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Ramps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40,000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303319">
                <a:tc>
                  <a:txBody>
                    <a:bodyPr/>
                    <a:lstStyle/>
                    <a:p>
                      <a:pPr algn="ctr" fontAlgn="b"/>
                      <a:r>
                        <a:rPr lang="en-IN" sz="1400" b="0" i="0" u="none" strike="noStrike" dirty="0">
                          <a:solidFill>
                            <a:srgbClr val="000000"/>
                          </a:solidFill>
                          <a:effectLst/>
                          <a:latin typeface="Calibri" panose="020F0502020204030204" pitchFamily="34" charset="0"/>
                        </a:rPr>
                        <a:t>9</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Automated Filling Machines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35,000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2067">
                <a:tc>
                  <a:txBody>
                    <a:bodyPr/>
                    <a:lstStyle/>
                    <a:p>
                      <a:pPr algn="ctr" fontAlgn="b"/>
                      <a:r>
                        <a:rPr lang="en-IN" sz="1400" b="0" i="0" u="none" strike="noStrike" dirty="0">
                          <a:solidFill>
                            <a:srgbClr val="000000"/>
                          </a:solidFill>
                          <a:effectLst/>
                          <a:latin typeface="Calibri" panose="020F0502020204030204" pitchFamily="34" charset="0"/>
                        </a:rPr>
                        <a:t>10</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Truck</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1</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50,000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2067">
                <a:tc>
                  <a:txBody>
                    <a:bodyPr/>
                    <a:lstStyle/>
                    <a:p>
                      <a:pPr algn="ctr" fontAlgn="b"/>
                      <a:r>
                        <a:rPr lang="en-IN" sz="1400" b="0" i="0" u="none" strike="noStrike" dirty="0">
                          <a:solidFill>
                            <a:srgbClr val="000000"/>
                          </a:solidFill>
                          <a:effectLst/>
                          <a:latin typeface="Calibri" panose="020F0502020204030204" pitchFamily="34" charset="0"/>
                        </a:rPr>
                        <a:t>11</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Blenders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4</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128,000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2067">
                <a:tc>
                  <a:txBody>
                    <a:bodyPr/>
                    <a:lstStyle/>
                    <a:p>
                      <a:pPr algn="ctr" fontAlgn="b"/>
                      <a:endParaRPr lang="en-IN" sz="1400" b="0" i="0" u="none" strike="noStrike" dirty="0">
                        <a:solidFill>
                          <a:srgbClr val="000000"/>
                        </a:solidFill>
                        <a:effectLst/>
                        <a:latin typeface="Calibri" panose="020F0502020204030204" pitchFamily="34" charset="0"/>
                      </a:endParaRP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400" b="0" i="0" u="none" strike="noStrike" kern="1200" dirty="0">
                        <a:solidFill>
                          <a:srgbClr val="000000"/>
                        </a:solidFill>
                        <a:effectLst/>
                        <a:latin typeface="Calibri" panose="020F0502020204030204" pitchFamily="34" charset="0"/>
                        <a:ea typeface="+mn-ea"/>
                        <a:cs typeface="+mn-cs"/>
                      </a:endParaRP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400" b="0" i="0" u="none" strike="noStrike" dirty="0">
                        <a:solidFill>
                          <a:srgbClr val="000000"/>
                        </a:solidFill>
                        <a:effectLst/>
                        <a:latin typeface="Calibri" panose="020F0502020204030204" pitchFamily="34" charset="0"/>
                      </a:endParaRP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400" b="0" i="0" u="none" strike="noStrike" dirty="0">
                        <a:solidFill>
                          <a:srgbClr val="000000"/>
                        </a:solidFill>
                        <a:effectLst/>
                        <a:latin typeface="Calibri" panose="020F0502020204030204" pitchFamily="34" charset="0"/>
                      </a:endParaRP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2067">
                <a:tc gridSpan="3">
                  <a:txBody>
                    <a:bodyPr/>
                    <a:lstStyle/>
                    <a:p>
                      <a:pPr algn="ctr" fontAlgn="b"/>
                      <a:r>
                        <a:rPr lang="en-US" sz="1400" b="1" i="0" u="none" strike="noStrike" dirty="0">
                          <a:solidFill>
                            <a:srgbClr val="000000"/>
                          </a:solidFill>
                          <a:effectLst/>
                          <a:latin typeface="Calibri" panose="020F0502020204030204" pitchFamily="34" charset="0"/>
                        </a:rPr>
                        <a:t>Total Cost excluding Land Cost &amp; Building Cost</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fontAlgn="b"/>
                      <a:r>
                        <a:rPr lang="en-IN" sz="1400" b="1" i="0" u="none" strike="noStrike" dirty="0">
                          <a:solidFill>
                            <a:srgbClr val="000000"/>
                          </a:solidFill>
                          <a:effectLst/>
                          <a:latin typeface="Calibri" panose="020F0502020204030204" pitchFamily="34" charset="0"/>
                        </a:rPr>
                        <a:t>USD 578,000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127606489"/>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7160-5CF0-450F-88D1-C53421413A33}"/>
              </a:ext>
            </a:extLst>
          </p:cNvPr>
          <p:cNvSpPr>
            <a:spLocks noGrp="1"/>
          </p:cNvSpPr>
          <p:nvPr>
            <p:ph type="title"/>
          </p:nvPr>
        </p:nvSpPr>
        <p:spPr>
          <a:xfrm>
            <a:off x="228599" y="229136"/>
            <a:ext cx="9685865" cy="600074"/>
          </a:xfrm>
        </p:spPr>
        <p:txBody>
          <a:bodyPr>
            <a:normAutofit fontScale="90000"/>
          </a:bodyPr>
          <a:lstStyle/>
          <a:p>
            <a:r>
              <a:rPr lang="en-US" sz="2400" b="1" dirty="0">
                <a:latin typeface="+mn-lt"/>
                <a:ea typeface="+mn-ea"/>
                <a:cs typeface="+mn-cs"/>
              </a:rPr>
              <a:t>Summary Investment requirement of Small Fit for Purpose Blending Facility</a:t>
            </a:r>
          </a:p>
        </p:txBody>
      </p:sp>
      <p:sp>
        <p:nvSpPr>
          <p:cNvPr id="4" name="Rectangle 3">
            <a:extLst>
              <a:ext uri="{FF2B5EF4-FFF2-40B4-BE49-F238E27FC236}">
                <a16:creationId xmlns:a16="http://schemas.microsoft.com/office/drawing/2014/main" id="{30DA7F2F-D10A-4969-BFEF-E52F0DD529E7}"/>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able 4">
            <a:extLst>
              <a:ext uri="{FF2B5EF4-FFF2-40B4-BE49-F238E27FC236}">
                <a16:creationId xmlns:a16="http://schemas.microsoft.com/office/drawing/2014/main" id="{CE5823B5-D682-4F4B-B507-4A21B18A0D83}"/>
              </a:ext>
            </a:extLst>
          </p:cNvPr>
          <p:cNvGraphicFramePr>
            <a:graphicFrameLocks noGrp="1"/>
          </p:cNvGraphicFramePr>
          <p:nvPr>
            <p:extLst>
              <p:ext uri="{D42A27DB-BD31-4B8C-83A1-F6EECF244321}">
                <p14:modId xmlns:p14="http://schemas.microsoft.com/office/powerpoint/2010/main" val="2923712419"/>
              </p:ext>
            </p:extLst>
          </p:nvPr>
        </p:nvGraphicFramePr>
        <p:xfrm>
          <a:off x="1007533" y="971972"/>
          <a:ext cx="9685866" cy="4785360"/>
        </p:xfrm>
        <a:graphic>
          <a:graphicData uri="http://schemas.openxmlformats.org/drawingml/2006/table">
            <a:tbl>
              <a:tblPr/>
              <a:tblGrid>
                <a:gridCol w="6023446">
                  <a:extLst>
                    <a:ext uri="{9D8B030D-6E8A-4147-A177-3AD203B41FA5}">
                      <a16:colId xmlns:a16="http://schemas.microsoft.com/office/drawing/2014/main" val="2959855993"/>
                    </a:ext>
                  </a:extLst>
                </a:gridCol>
                <a:gridCol w="3662420">
                  <a:extLst>
                    <a:ext uri="{9D8B030D-6E8A-4147-A177-3AD203B41FA5}">
                      <a16:colId xmlns:a16="http://schemas.microsoft.com/office/drawing/2014/main" val="3548042295"/>
                    </a:ext>
                  </a:extLst>
                </a:gridCol>
              </a:tblGrid>
              <a:tr h="957072">
                <a:tc gridSpan="2">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3600" b="1" i="0" u="none" strike="noStrike" dirty="0">
                          <a:solidFill>
                            <a:srgbClr val="000000"/>
                          </a:solidFill>
                          <a:effectLst/>
                          <a:latin typeface="Calibri" panose="020F0502020204030204" pitchFamily="34" charset="0"/>
                        </a:rPr>
                        <a:t>Chemical Plant</a:t>
                      </a:r>
                    </a:p>
                  </a:txBody>
                  <a:tcPr marL="7315" marR="7315" marT="73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extLst>
                  <a:ext uri="{0D108BD9-81ED-4DB2-BD59-A6C34878D82A}">
                    <a16:rowId xmlns:a16="http://schemas.microsoft.com/office/drawing/2014/main" val="166238810"/>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Production</a:t>
                      </a:r>
                      <a:r>
                        <a:rPr lang="en-IN" sz="2400" b="0" i="0" u="none" strike="noStrike" baseline="0" dirty="0">
                          <a:solidFill>
                            <a:srgbClr val="000000"/>
                          </a:solidFill>
                          <a:effectLst/>
                          <a:latin typeface="Calibri" panose="020F0502020204030204" pitchFamily="34" charset="0"/>
                        </a:rPr>
                        <a:t> Unit Equipment</a:t>
                      </a:r>
                      <a:endParaRPr lang="en-IN" sz="2400" b="0" i="0" u="none" strike="noStrike" dirty="0">
                        <a:solidFill>
                          <a:srgbClr val="000000"/>
                        </a:solidFill>
                        <a:effectLst/>
                        <a:latin typeface="Calibri" panose="020F0502020204030204" pitchFamily="34" charset="0"/>
                      </a:endParaRP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0.5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489887"/>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Potable Cabins and Closed Shaded Area</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0.3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594326"/>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err="1">
                          <a:solidFill>
                            <a:srgbClr val="000000"/>
                          </a:solidFill>
                          <a:effectLst/>
                          <a:latin typeface="Calibri" panose="020F0502020204030204" pitchFamily="34" charset="0"/>
                        </a:rPr>
                        <a:t>Opex</a:t>
                      </a:r>
                      <a:r>
                        <a:rPr lang="en-IN" sz="2400" b="0" i="0" u="none" strike="noStrike" dirty="0">
                          <a:solidFill>
                            <a:srgbClr val="000000"/>
                          </a:solidFill>
                          <a:effectLst/>
                          <a:latin typeface="Calibri" panose="020F0502020204030204" pitchFamily="34" charset="0"/>
                        </a:rPr>
                        <a:t> for Year 1</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0.2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737723"/>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US" sz="2400" b="1" i="0" u="none" strike="noStrike" dirty="0">
                          <a:solidFill>
                            <a:srgbClr val="000000"/>
                          </a:solidFill>
                          <a:effectLst/>
                          <a:latin typeface="Calibri" panose="020F0502020204030204" pitchFamily="34" charset="0"/>
                        </a:rPr>
                        <a:t>TOTAL ESTIMATE</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1" i="0" u="none" strike="noStrike" dirty="0">
                          <a:solidFill>
                            <a:srgbClr val="000000"/>
                          </a:solidFill>
                          <a:effectLst/>
                          <a:latin typeface="Calibri" panose="020F0502020204030204" pitchFamily="34" charset="0"/>
                        </a:rPr>
                        <a:t>USD 1.0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520592"/>
                  </a:ext>
                </a:extLst>
              </a:tr>
            </a:tbl>
          </a:graphicData>
        </a:graphic>
      </p:graphicFrame>
    </p:spTree>
    <p:extLst>
      <p:ext uri="{BB962C8B-B14F-4D97-AF65-F5344CB8AC3E}">
        <p14:creationId xmlns:p14="http://schemas.microsoft.com/office/powerpoint/2010/main" val="412259097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7160-5CF0-450F-88D1-C53421413A33}"/>
              </a:ext>
            </a:extLst>
          </p:cNvPr>
          <p:cNvSpPr>
            <a:spLocks noGrp="1"/>
          </p:cNvSpPr>
          <p:nvPr>
            <p:ph type="title"/>
          </p:nvPr>
        </p:nvSpPr>
        <p:spPr>
          <a:xfrm>
            <a:off x="228600" y="229136"/>
            <a:ext cx="4953000" cy="600074"/>
          </a:xfrm>
        </p:spPr>
        <p:txBody>
          <a:bodyPr>
            <a:normAutofit/>
          </a:bodyPr>
          <a:lstStyle/>
          <a:p>
            <a:r>
              <a:rPr lang="en-US" sz="2400" b="1" dirty="0">
                <a:latin typeface="+mn-lt"/>
                <a:ea typeface="+mn-ea"/>
                <a:cs typeface="+mn-cs"/>
              </a:rPr>
              <a:t>Summary Investment requirement</a:t>
            </a:r>
          </a:p>
        </p:txBody>
      </p:sp>
      <p:sp>
        <p:nvSpPr>
          <p:cNvPr id="4" name="Rectangle 3">
            <a:extLst>
              <a:ext uri="{FF2B5EF4-FFF2-40B4-BE49-F238E27FC236}">
                <a16:creationId xmlns:a16="http://schemas.microsoft.com/office/drawing/2014/main" id="{30DA7F2F-D10A-4969-BFEF-E52F0DD529E7}"/>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able 4">
            <a:extLst>
              <a:ext uri="{FF2B5EF4-FFF2-40B4-BE49-F238E27FC236}">
                <a16:creationId xmlns:a16="http://schemas.microsoft.com/office/drawing/2014/main" id="{CE5823B5-D682-4F4B-B507-4A21B18A0D83}"/>
              </a:ext>
            </a:extLst>
          </p:cNvPr>
          <p:cNvGraphicFramePr>
            <a:graphicFrameLocks noGrp="1"/>
          </p:cNvGraphicFramePr>
          <p:nvPr>
            <p:extLst>
              <p:ext uri="{D42A27DB-BD31-4B8C-83A1-F6EECF244321}">
                <p14:modId xmlns:p14="http://schemas.microsoft.com/office/powerpoint/2010/main" val="2471985424"/>
              </p:ext>
            </p:extLst>
          </p:nvPr>
        </p:nvGraphicFramePr>
        <p:xfrm>
          <a:off x="1015999" y="1036320"/>
          <a:ext cx="9685866" cy="4785360"/>
        </p:xfrm>
        <a:graphic>
          <a:graphicData uri="http://schemas.openxmlformats.org/drawingml/2006/table">
            <a:tbl>
              <a:tblPr/>
              <a:tblGrid>
                <a:gridCol w="6023446">
                  <a:extLst>
                    <a:ext uri="{9D8B030D-6E8A-4147-A177-3AD203B41FA5}">
                      <a16:colId xmlns:a16="http://schemas.microsoft.com/office/drawing/2014/main" val="2959855993"/>
                    </a:ext>
                  </a:extLst>
                </a:gridCol>
                <a:gridCol w="3662420">
                  <a:extLst>
                    <a:ext uri="{9D8B030D-6E8A-4147-A177-3AD203B41FA5}">
                      <a16:colId xmlns:a16="http://schemas.microsoft.com/office/drawing/2014/main" val="3548042295"/>
                    </a:ext>
                  </a:extLst>
                </a:gridCol>
              </a:tblGrid>
              <a:tr h="957072">
                <a:tc gridSpan="2">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3600" b="1" i="0" u="none" strike="noStrike" dirty="0">
                          <a:solidFill>
                            <a:srgbClr val="000000"/>
                          </a:solidFill>
                          <a:effectLst/>
                          <a:latin typeface="Calibri" panose="020F0502020204030204" pitchFamily="34" charset="0"/>
                        </a:rPr>
                        <a:t>2-Shift Production</a:t>
                      </a:r>
                    </a:p>
                  </a:txBody>
                  <a:tcPr marL="7315" marR="7315" marT="73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extLst>
                  <a:ext uri="{0D108BD9-81ED-4DB2-BD59-A6C34878D82A}">
                    <a16:rowId xmlns:a16="http://schemas.microsoft.com/office/drawing/2014/main" val="166238810"/>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No. of Drums</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8000/month</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489887"/>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Average Price per Kg</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$1.9</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594326"/>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Net Profit Margin @10% (Conservative No.)</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0.19x8000x200 = </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737723"/>
                  </a:ext>
                </a:extLst>
              </a:tr>
              <a:tr h="95707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US" sz="2400" b="1" i="0" u="none" strike="noStrike" dirty="0">
                          <a:solidFill>
                            <a:srgbClr val="000000"/>
                          </a:solidFill>
                          <a:effectLst/>
                          <a:latin typeface="Calibri" panose="020F0502020204030204" pitchFamily="34" charset="0"/>
                        </a:rPr>
                        <a:t>TOTAL Net Profit per month</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1" i="0" u="none" strike="noStrike" dirty="0">
                          <a:solidFill>
                            <a:srgbClr val="000000"/>
                          </a:solidFill>
                          <a:effectLst/>
                          <a:latin typeface="Calibri" panose="020F0502020204030204" pitchFamily="34" charset="0"/>
                        </a:rPr>
                        <a:t>$304,000/month</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520592"/>
                  </a:ext>
                </a:extLst>
              </a:tr>
            </a:tbl>
          </a:graphicData>
        </a:graphic>
      </p:graphicFrame>
    </p:spTree>
    <p:extLst>
      <p:ext uri="{BB962C8B-B14F-4D97-AF65-F5344CB8AC3E}">
        <p14:creationId xmlns:p14="http://schemas.microsoft.com/office/powerpoint/2010/main" val="87249396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7160-5CF0-450F-88D1-C53421413A33}"/>
              </a:ext>
            </a:extLst>
          </p:cNvPr>
          <p:cNvSpPr>
            <a:spLocks noGrp="1"/>
          </p:cNvSpPr>
          <p:nvPr>
            <p:ph type="title"/>
          </p:nvPr>
        </p:nvSpPr>
        <p:spPr>
          <a:xfrm>
            <a:off x="228600" y="229136"/>
            <a:ext cx="4953000" cy="600074"/>
          </a:xfrm>
        </p:spPr>
        <p:txBody>
          <a:bodyPr>
            <a:normAutofit/>
          </a:bodyPr>
          <a:lstStyle/>
          <a:p>
            <a:r>
              <a:rPr lang="en-US" sz="2400" b="1" dirty="0">
                <a:latin typeface="+mn-lt"/>
                <a:ea typeface="+mn-ea"/>
                <a:cs typeface="+mn-cs"/>
              </a:rPr>
              <a:t>Staff Requirement</a:t>
            </a:r>
          </a:p>
        </p:txBody>
      </p:sp>
      <p:graphicFrame>
        <p:nvGraphicFramePr>
          <p:cNvPr id="3" name="Diagram 2">
            <a:extLst>
              <a:ext uri="{FF2B5EF4-FFF2-40B4-BE49-F238E27FC236}">
                <a16:creationId xmlns:a16="http://schemas.microsoft.com/office/drawing/2014/main" id="{1A089B82-556E-4908-B8A9-179E7EA311AF}"/>
              </a:ext>
            </a:extLst>
          </p:cNvPr>
          <p:cNvGraphicFramePr/>
          <p:nvPr>
            <p:extLst>
              <p:ext uri="{D42A27DB-BD31-4B8C-83A1-F6EECF244321}">
                <p14:modId xmlns:p14="http://schemas.microsoft.com/office/powerpoint/2010/main" val="3928311695"/>
              </p:ext>
            </p:extLst>
          </p:nvPr>
        </p:nvGraphicFramePr>
        <p:xfrm>
          <a:off x="522515" y="1205179"/>
          <a:ext cx="11138262" cy="4306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30DA7F2F-D10A-4969-BFEF-E52F0DD529E7}"/>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2046557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1673" y="2701801"/>
            <a:ext cx="5029200" cy="1200329"/>
          </a:xfrm>
          <a:prstGeom prst="rect">
            <a:avLst/>
          </a:prstGeom>
          <a:noFill/>
        </p:spPr>
        <p:txBody>
          <a:bodyPr wrap="square" rtlCol="0">
            <a:spAutoFit/>
          </a:bodyPr>
          <a:lstStyle/>
          <a:p>
            <a:pPr algn="ctr"/>
            <a:r>
              <a:rPr lang="en-US" sz="7200" b="1" dirty="0">
                <a:latin typeface="Century" panose="02040604050505020304" pitchFamily="18" charset="0"/>
              </a:rPr>
              <a:t>Thank you</a:t>
            </a:r>
          </a:p>
        </p:txBody>
      </p:sp>
      <p:sp>
        <p:nvSpPr>
          <p:cNvPr id="4" name="Rectangle 3"/>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928467"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1350498"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8386A9B-1C1D-429E-8868-6E31CF9A4D3C}"/>
              </a:ext>
            </a:extLst>
          </p:cNvPr>
          <p:cNvSpPr txBox="1"/>
          <p:nvPr/>
        </p:nvSpPr>
        <p:spPr>
          <a:xfrm>
            <a:off x="3863340" y="3429000"/>
            <a:ext cx="1450135" cy="1268477"/>
          </a:xfrm>
          <a:prstGeom prst="rect">
            <a:avLst/>
          </a:prstGeom>
          <a:noFill/>
        </p:spPr>
        <p:txBody>
          <a:bodyPr wrap="square" rtlCol="0">
            <a:spAutoFit/>
          </a:bodyPr>
          <a:lstStyle/>
          <a:p>
            <a:endParaRPr lang="en-GB" dirty="0"/>
          </a:p>
        </p:txBody>
      </p:sp>
      <p:sp>
        <p:nvSpPr>
          <p:cNvPr id="32" name="TextBox 31">
            <a:extLst>
              <a:ext uri="{FF2B5EF4-FFF2-40B4-BE49-F238E27FC236}">
                <a16:creationId xmlns:a16="http://schemas.microsoft.com/office/drawing/2014/main" id="{08386A9B-1C1D-429E-8868-6E31CF9A4D3C}"/>
              </a:ext>
            </a:extLst>
          </p:cNvPr>
          <p:cNvSpPr txBox="1"/>
          <p:nvPr/>
        </p:nvSpPr>
        <p:spPr>
          <a:xfrm>
            <a:off x="9954985" y="3267892"/>
            <a:ext cx="1450135" cy="1268477"/>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1249606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6802</TotalTime>
  <Words>616</Words>
  <Application>Microsoft Office PowerPoint</Application>
  <PresentationFormat>Widescreen</PresentationFormat>
  <Paragraphs>163</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Century</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R&amp;D Based Developed Production Specialty Chemicals </vt:lpstr>
      <vt:lpstr>PowerPoint Presentation</vt:lpstr>
      <vt:lpstr>Summary Investment requirement of Small Fit for Purpose Blending Facility</vt:lpstr>
      <vt:lpstr>Summary Investment requirement</vt:lpstr>
      <vt:lpstr>Staff Requirement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 Yusuf</dc:creator>
  <cp:lastModifiedBy>Ahmed Alhamdani</cp:lastModifiedBy>
  <cp:revision>216</cp:revision>
  <dcterms:created xsi:type="dcterms:W3CDTF">2018-03-11T16:51:05Z</dcterms:created>
  <dcterms:modified xsi:type="dcterms:W3CDTF">2021-02-14T20:34:37Z</dcterms:modified>
</cp:coreProperties>
</file>